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57" r:id="rId6"/>
    <p:sldId id="258" r:id="rId7"/>
    <p:sldId id="259" r:id="rId8"/>
    <p:sldId id="260" r:id="rId9"/>
    <p:sldId id="262" r:id="rId10"/>
    <p:sldId id="264" r:id="rId11"/>
    <p:sldId id="265" r:id="rId12"/>
    <p:sldId id="266"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A4A3A4"/>
          </p15:clr>
        </p15:guide>
        <p15:guide id="3" orient="horz" pos="2400">
          <p15:clr>
            <a:srgbClr val="A4A3A4"/>
          </p15:clr>
        </p15:guide>
        <p15:guide id="4" pos="57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0BCED4-0957-F39D-4869-268E5A6546FA}" v="1" dt="2026-04-17T05:16:12.585"/>
    <p1510:client id="{5CBC9B26-1830-FC36-C789-5CF3715EAE00}" v="413" dt="2026-04-17T05:06:17.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100" d="100"/>
          <a:sy n="100" d="100"/>
        </p:scale>
        <p:origin x="-77" y="-499"/>
      </p:cViewPr>
      <p:guideLst>
        <p:guide pos="3840"/>
        <p:guide orient="horz" pos="2400"/>
        <p:guide pos="5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andra Spino" userId="S::alessandra.spino@mail.mcgill.ca::b5b02640-7436-4ceb-ac3e-3a10baeab99b" providerId="AD" clId="Web-{120BCED4-0957-F39D-4869-268E5A6546FA}"/>
    <pc:docChg chg="modSld">
      <pc:chgData name="Alessandra Spino" userId="S::alessandra.spino@mail.mcgill.ca::b5b02640-7436-4ceb-ac3e-3a10baeab99b" providerId="AD" clId="Web-{120BCED4-0957-F39D-4869-268E5A6546FA}" dt="2026-04-17T05:18:54.070" v="18"/>
      <pc:docMkLst>
        <pc:docMk/>
      </pc:docMkLst>
      <pc:sldChg chg="modNotes">
        <pc:chgData name="Alessandra Spino" userId="S::alessandra.spino@mail.mcgill.ca::b5b02640-7436-4ceb-ac3e-3a10baeab99b" providerId="AD" clId="Web-{120BCED4-0957-F39D-4869-268E5A6546FA}" dt="2026-04-17T05:16:08.366" v="2"/>
        <pc:sldMkLst>
          <pc:docMk/>
          <pc:sldMk cId="1256817861" sldId="256"/>
        </pc:sldMkLst>
      </pc:sldChg>
      <pc:sldChg chg="modNotes">
        <pc:chgData name="Alessandra Spino" userId="S::alessandra.spino@mail.mcgill.ca::b5b02640-7436-4ceb-ac3e-3a10baeab99b" providerId="AD" clId="Web-{120BCED4-0957-F39D-4869-268E5A6546FA}" dt="2026-04-17T05:18:54.070" v="18"/>
        <pc:sldMkLst>
          <pc:docMk/>
          <pc:sldMk cId="3468957518" sldId="261"/>
        </pc:sldMkLst>
      </pc:sldChg>
      <pc:sldChg chg="modSp modNotes">
        <pc:chgData name="Alessandra Spino" userId="S::alessandra.spino@mail.mcgill.ca::b5b02640-7436-4ceb-ac3e-3a10baeab99b" providerId="AD" clId="Web-{120BCED4-0957-F39D-4869-268E5A6546FA}" dt="2026-04-17T05:17:14.023" v="5"/>
        <pc:sldMkLst>
          <pc:docMk/>
          <pc:sldMk cId="2853585733" sldId="262"/>
        </pc:sldMkLst>
        <pc:spChg chg="mod">
          <ac:chgData name="Alessandra Spino" userId="S::alessandra.spino@mail.mcgill.ca::b5b02640-7436-4ceb-ac3e-3a10baeab99b" providerId="AD" clId="Web-{120BCED4-0957-F39D-4869-268E5A6546FA}" dt="2026-04-17T05:16:12.585" v="3" actId="20577"/>
          <ac:spMkLst>
            <pc:docMk/>
            <pc:sldMk cId="2853585733" sldId="262"/>
            <ac:spMk id="3" creationId="{8E5F62A5-063C-3994-0640-9A07063E0711}"/>
          </ac:spMkLst>
        </pc:spChg>
      </pc:sldChg>
      <pc:sldChg chg="modNotes">
        <pc:chgData name="Alessandra Spino" userId="S::alessandra.spino@mail.mcgill.ca::b5b02640-7436-4ceb-ac3e-3a10baeab99b" providerId="AD" clId="Web-{120BCED4-0957-F39D-4869-268E5A6546FA}" dt="2026-04-17T05:17:49.991" v="6"/>
        <pc:sldMkLst>
          <pc:docMk/>
          <pc:sldMk cId="1609855604" sldId="264"/>
        </pc:sldMkLst>
      </pc:sldChg>
    </pc:docChg>
  </pc:docChgLst>
  <pc:docChgLst>
    <pc:chgData name="Alessandra Spino" userId="S::alessandra.spino@mail.mcgill.ca::b5b02640-7436-4ceb-ac3e-3a10baeab99b" providerId="AD" clId="Web-{5CBC9B26-1830-FC36-C789-5CF3715EAE00}"/>
    <pc:docChg chg="addSld delSld modSld sldOrd">
      <pc:chgData name="Alessandra Spino" userId="S::alessandra.spino@mail.mcgill.ca::b5b02640-7436-4ceb-ac3e-3a10baeab99b" providerId="AD" clId="Web-{5CBC9B26-1830-FC36-C789-5CF3715EAE00}" dt="2026-04-17T05:06:17.451" v="827"/>
      <pc:docMkLst>
        <pc:docMk/>
      </pc:docMkLst>
      <pc:sldChg chg="addSp delSp modSp mod modClrScheme chgLayout modNotes">
        <pc:chgData name="Alessandra Spino" userId="S::alessandra.spino@mail.mcgill.ca::b5b02640-7436-4ceb-ac3e-3a10baeab99b" providerId="AD" clId="Web-{5CBC9B26-1830-FC36-C789-5CF3715EAE00}" dt="2026-04-17T04:31:12.719" v="372"/>
        <pc:sldMkLst>
          <pc:docMk/>
          <pc:sldMk cId="1256817861" sldId="256"/>
        </pc:sldMkLst>
        <pc:spChg chg="mod">
          <ac:chgData name="Alessandra Spino" userId="S::alessandra.spino@mail.mcgill.ca::b5b02640-7436-4ceb-ac3e-3a10baeab99b" providerId="AD" clId="Web-{5CBC9B26-1830-FC36-C789-5CF3715EAE00}" dt="2026-04-17T04:12:17.356" v="25"/>
          <ac:spMkLst>
            <pc:docMk/>
            <pc:sldMk cId="1256817861" sldId="256"/>
            <ac:spMk id="5" creationId="{7DB3D4B9-7168-A4F8-49FB-7DCB525463EA}"/>
          </ac:spMkLst>
        </pc:spChg>
        <pc:spChg chg="mod">
          <ac:chgData name="Alessandra Spino" userId="S::alessandra.spino@mail.mcgill.ca::b5b02640-7436-4ceb-ac3e-3a10baeab99b" providerId="AD" clId="Web-{5CBC9B26-1830-FC36-C789-5CF3715EAE00}" dt="2026-04-17T04:12:17.356" v="26"/>
          <ac:spMkLst>
            <pc:docMk/>
            <pc:sldMk cId="1256817861" sldId="256"/>
            <ac:spMk id="6" creationId="{785721AD-F792-487E-A0B4-DF1E774754F1}"/>
          </ac:spMkLst>
        </pc:spChg>
        <pc:picChg chg="add del">
          <ac:chgData name="Alessandra Spino" userId="S::alessandra.spino@mail.mcgill.ca::b5b02640-7436-4ceb-ac3e-3a10baeab99b" providerId="AD" clId="Web-{5CBC9B26-1830-FC36-C789-5CF3715EAE00}" dt="2026-04-17T04:08:44.560" v="7"/>
          <ac:picMkLst>
            <pc:docMk/>
            <pc:sldMk cId="1256817861" sldId="256"/>
            <ac:picMk id="8" creationId="{2B0F1080-E0EB-688A-C662-BEC72A5F0CAF}"/>
          </ac:picMkLst>
        </pc:picChg>
        <pc:picChg chg="add del">
          <ac:chgData name="Alessandra Spino" userId="S::alessandra.spino@mail.mcgill.ca::b5b02640-7436-4ceb-ac3e-3a10baeab99b" providerId="AD" clId="Web-{5CBC9B26-1830-FC36-C789-5CF3715EAE00}" dt="2026-04-17T04:08:48.622" v="9"/>
          <ac:picMkLst>
            <pc:docMk/>
            <pc:sldMk cId="1256817861" sldId="256"/>
            <ac:picMk id="10" creationId="{9BDC453E-21A3-0C48-FD4C-1EFF199C86F0}"/>
          </ac:picMkLst>
        </pc:picChg>
        <pc:picChg chg="add mod ord">
          <ac:chgData name="Alessandra Spino" userId="S::alessandra.spino@mail.mcgill.ca::b5b02640-7436-4ceb-ac3e-3a10baeab99b" providerId="AD" clId="Web-{5CBC9B26-1830-FC36-C789-5CF3715EAE00}" dt="2026-04-17T04:12:17.356" v="26"/>
          <ac:picMkLst>
            <pc:docMk/>
            <pc:sldMk cId="1256817861" sldId="256"/>
            <ac:picMk id="12" creationId="{2B8C0B78-5E85-CA55-4114-22484ACB1138}"/>
          </ac:picMkLst>
        </pc:picChg>
      </pc:sldChg>
      <pc:sldChg chg="addSp delSp modSp new mod modClrScheme chgLayout modNotes">
        <pc:chgData name="Alessandra Spino" userId="S::alessandra.spino@mail.mcgill.ca::b5b02640-7436-4ceb-ac3e-3a10baeab99b" providerId="AD" clId="Web-{5CBC9B26-1830-FC36-C789-5CF3715EAE00}" dt="2026-04-17T04:32:13" v="378"/>
        <pc:sldMkLst>
          <pc:docMk/>
          <pc:sldMk cId="4271399849" sldId="257"/>
        </pc:sldMkLst>
        <pc:spChg chg="mod">
          <ac:chgData name="Alessandra Spino" userId="S::alessandra.spino@mail.mcgill.ca::b5b02640-7436-4ceb-ac3e-3a10baeab99b" providerId="AD" clId="Web-{5CBC9B26-1830-FC36-C789-5CF3715EAE00}" dt="2026-04-17T04:16:45.450" v="52" actId="14100"/>
          <ac:spMkLst>
            <pc:docMk/>
            <pc:sldMk cId="4271399849" sldId="257"/>
            <ac:spMk id="2" creationId="{514876C2-ED41-CA7F-5769-FF8B6EE517BE}"/>
          </ac:spMkLst>
        </pc:spChg>
        <pc:spChg chg="mod">
          <ac:chgData name="Alessandra Spino" userId="S::alessandra.spino@mail.mcgill.ca::b5b02640-7436-4ceb-ac3e-3a10baeab99b" providerId="AD" clId="Web-{5CBC9B26-1830-FC36-C789-5CF3715EAE00}" dt="2026-04-17T04:17:20.185" v="76" actId="20577"/>
          <ac:spMkLst>
            <pc:docMk/>
            <pc:sldMk cId="4271399849" sldId="257"/>
            <ac:spMk id="3" creationId="{D4A7DE18-1D33-430A-A783-22D624F12405}"/>
          </ac:spMkLst>
        </pc:spChg>
        <pc:picChg chg="add del">
          <ac:chgData name="Alessandra Spino" userId="S::alessandra.spino@mail.mcgill.ca::b5b02640-7436-4ceb-ac3e-3a10baeab99b" providerId="AD" clId="Web-{5CBC9B26-1830-FC36-C789-5CF3715EAE00}" dt="2026-04-17T04:16:34.169" v="50"/>
          <ac:picMkLst>
            <pc:docMk/>
            <pc:sldMk cId="4271399849" sldId="257"/>
            <ac:picMk id="5" creationId="{85C82AA4-6C53-4B89-0A33-3518F02B07D8}"/>
          </ac:picMkLst>
        </pc:picChg>
      </pc:sldChg>
      <pc:sldChg chg="modSp add replId modNotes">
        <pc:chgData name="Alessandra Spino" userId="S::alessandra.spino@mail.mcgill.ca::b5b02640-7436-4ceb-ac3e-3a10baeab99b" providerId="AD" clId="Web-{5CBC9B26-1830-FC36-C789-5CF3715EAE00}" dt="2026-04-17T04:35:11.563" v="404"/>
        <pc:sldMkLst>
          <pc:docMk/>
          <pc:sldMk cId="959670740" sldId="258"/>
        </pc:sldMkLst>
        <pc:spChg chg="mod">
          <ac:chgData name="Alessandra Spino" userId="S::alessandra.spino@mail.mcgill.ca::b5b02640-7436-4ceb-ac3e-3a10baeab99b" providerId="AD" clId="Web-{5CBC9B26-1830-FC36-C789-5CF3715EAE00}" dt="2026-04-17T04:17:48.841" v="81" actId="20577"/>
          <ac:spMkLst>
            <pc:docMk/>
            <pc:sldMk cId="959670740" sldId="258"/>
            <ac:spMk id="2" creationId="{BBC796BA-A013-324D-05EF-52EA060B2BE6}"/>
          </ac:spMkLst>
        </pc:spChg>
        <pc:spChg chg="mod">
          <ac:chgData name="Alessandra Spino" userId="S::alessandra.spino@mail.mcgill.ca::b5b02640-7436-4ceb-ac3e-3a10baeab99b" providerId="AD" clId="Web-{5CBC9B26-1830-FC36-C789-5CF3715EAE00}" dt="2026-04-17T04:23:29.547" v="253" actId="20577"/>
          <ac:spMkLst>
            <pc:docMk/>
            <pc:sldMk cId="959670740" sldId="258"/>
            <ac:spMk id="3" creationId="{72A1F8AF-CC05-847D-501D-CE64E07F6047}"/>
          </ac:spMkLst>
        </pc:spChg>
      </pc:sldChg>
      <pc:sldChg chg="new del">
        <pc:chgData name="Alessandra Spino" userId="S::alessandra.spino@mail.mcgill.ca::b5b02640-7436-4ceb-ac3e-3a10baeab99b" providerId="AD" clId="Web-{5CBC9B26-1830-FC36-C789-5CF3715EAE00}" dt="2026-04-17T04:17:35.529" v="78"/>
        <pc:sldMkLst>
          <pc:docMk/>
          <pc:sldMk cId="3018675516" sldId="258"/>
        </pc:sldMkLst>
      </pc:sldChg>
      <pc:sldChg chg="modSp add replId modNotes">
        <pc:chgData name="Alessandra Spino" userId="S::alessandra.spino@mail.mcgill.ca::b5b02640-7436-4ceb-ac3e-3a10baeab99b" providerId="AD" clId="Web-{5CBC9B26-1830-FC36-C789-5CF3715EAE00}" dt="2026-04-17T04:35:00.094" v="402"/>
        <pc:sldMkLst>
          <pc:docMk/>
          <pc:sldMk cId="195195622" sldId="259"/>
        </pc:sldMkLst>
        <pc:spChg chg="mod">
          <ac:chgData name="Alessandra Spino" userId="S::alessandra.spino@mail.mcgill.ca::b5b02640-7436-4ceb-ac3e-3a10baeab99b" providerId="AD" clId="Web-{5CBC9B26-1830-FC36-C789-5CF3715EAE00}" dt="2026-04-17T04:24:17.109" v="256" actId="20577"/>
          <ac:spMkLst>
            <pc:docMk/>
            <pc:sldMk cId="195195622" sldId="259"/>
            <ac:spMk id="2" creationId="{78187F1F-7F7E-4435-8BEE-0EF8C8117525}"/>
          </ac:spMkLst>
        </pc:spChg>
        <pc:spChg chg="mod">
          <ac:chgData name="Alessandra Spino" userId="S::alessandra.spino@mail.mcgill.ca::b5b02640-7436-4ceb-ac3e-3a10baeab99b" providerId="AD" clId="Web-{5CBC9B26-1830-FC36-C789-5CF3715EAE00}" dt="2026-04-17T04:25:17.406" v="279" actId="20577"/>
          <ac:spMkLst>
            <pc:docMk/>
            <pc:sldMk cId="195195622" sldId="259"/>
            <ac:spMk id="3" creationId="{4734B0DF-FA92-5CF4-7453-84CDEB6354DC}"/>
          </ac:spMkLst>
        </pc:spChg>
      </pc:sldChg>
      <pc:sldChg chg="modSp add replId modNotes">
        <pc:chgData name="Alessandra Spino" userId="S::alessandra.spino@mail.mcgill.ca::b5b02640-7436-4ceb-ac3e-3a10baeab99b" providerId="AD" clId="Web-{5CBC9B26-1830-FC36-C789-5CF3715EAE00}" dt="2026-04-17T04:34:52.969" v="401"/>
        <pc:sldMkLst>
          <pc:docMk/>
          <pc:sldMk cId="1531882127" sldId="260"/>
        </pc:sldMkLst>
        <pc:spChg chg="mod">
          <ac:chgData name="Alessandra Spino" userId="S::alessandra.spino@mail.mcgill.ca::b5b02640-7436-4ceb-ac3e-3a10baeab99b" providerId="AD" clId="Web-{5CBC9B26-1830-FC36-C789-5CF3715EAE00}" dt="2026-04-17T04:26:39.828" v="298" actId="20577"/>
          <ac:spMkLst>
            <pc:docMk/>
            <pc:sldMk cId="1531882127" sldId="260"/>
            <ac:spMk id="2" creationId="{0527C982-BF88-E844-FD2E-37595ACDF7A0}"/>
          </ac:spMkLst>
        </pc:spChg>
        <pc:spChg chg="mod">
          <ac:chgData name="Alessandra Spino" userId="S::alessandra.spino@mail.mcgill.ca::b5b02640-7436-4ceb-ac3e-3a10baeab99b" providerId="AD" clId="Web-{5CBC9B26-1830-FC36-C789-5CF3715EAE00}" dt="2026-04-17T04:27:19.969" v="328" actId="20577"/>
          <ac:spMkLst>
            <pc:docMk/>
            <pc:sldMk cId="1531882127" sldId="260"/>
            <ac:spMk id="3" creationId="{3F356BF1-CF54-1B9C-150A-AB470A25F305}"/>
          </ac:spMkLst>
        </pc:spChg>
      </pc:sldChg>
      <pc:sldChg chg="new del">
        <pc:chgData name="Alessandra Spino" userId="S::alessandra.spino@mail.mcgill.ca::b5b02640-7436-4ceb-ac3e-3a10baeab99b" providerId="AD" clId="Web-{5CBC9B26-1830-FC36-C789-5CF3715EAE00}" dt="2026-04-17T04:26:31.469" v="293"/>
        <pc:sldMkLst>
          <pc:docMk/>
          <pc:sldMk cId="3798305559" sldId="260"/>
        </pc:sldMkLst>
      </pc:sldChg>
      <pc:sldChg chg="new del">
        <pc:chgData name="Alessandra Spino" userId="S::alessandra.spino@mail.mcgill.ca::b5b02640-7436-4ceb-ac3e-3a10baeab99b" providerId="AD" clId="Web-{5CBC9B26-1830-FC36-C789-5CF3715EAE00}" dt="2026-04-17T04:28:02.203" v="332"/>
        <pc:sldMkLst>
          <pc:docMk/>
          <pc:sldMk cId="1365392255" sldId="261"/>
        </pc:sldMkLst>
      </pc:sldChg>
      <pc:sldChg chg="modSp add ord replId modNotes">
        <pc:chgData name="Alessandra Spino" userId="S::alessandra.spino@mail.mcgill.ca::b5b02640-7436-4ceb-ac3e-3a10baeab99b" providerId="AD" clId="Web-{5CBC9B26-1830-FC36-C789-5CF3715EAE00}" dt="2026-04-17T05:06:17.451" v="827"/>
        <pc:sldMkLst>
          <pc:docMk/>
          <pc:sldMk cId="3468957518" sldId="261"/>
        </pc:sldMkLst>
        <pc:spChg chg="mod">
          <ac:chgData name="Alessandra Spino" userId="S::alessandra.spino@mail.mcgill.ca::b5b02640-7436-4ceb-ac3e-3a10baeab99b" providerId="AD" clId="Web-{5CBC9B26-1830-FC36-C789-5CF3715EAE00}" dt="2026-04-17T04:28:08.719" v="334" actId="20577"/>
          <ac:spMkLst>
            <pc:docMk/>
            <pc:sldMk cId="3468957518" sldId="261"/>
            <ac:spMk id="2" creationId="{DBB2ECEF-C881-B60C-D805-14836F53FAB6}"/>
          </ac:spMkLst>
        </pc:spChg>
        <pc:spChg chg="mod">
          <ac:chgData name="Alessandra Spino" userId="S::alessandra.spino@mail.mcgill.ca::b5b02640-7436-4ceb-ac3e-3a10baeab99b" providerId="AD" clId="Web-{5CBC9B26-1830-FC36-C789-5CF3715EAE00}" dt="2026-04-17T05:02:44.623" v="813" actId="20577"/>
          <ac:spMkLst>
            <pc:docMk/>
            <pc:sldMk cId="3468957518" sldId="261"/>
            <ac:spMk id="3" creationId="{D75F2B73-C9CB-BB68-C0F3-FB793DDD132B}"/>
          </ac:spMkLst>
        </pc:spChg>
      </pc:sldChg>
      <pc:sldChg chg="modSp add replId modNotes">
        <pc:chgData name="Alessandra Spino" userId="S::alessandra.spino@mail.mcgill.ca::b5b02640-7436-4ceb-ac3e-3a10baeab99b" providerId="AD" clId="Web-{5CBC9B26-1830-FC36-C789-5CF3715EAE00}" dt="2026-04-17T04:50:07.353" v="659"/>
        <pc:sldMkLst>
          <pc:docMk/>
          <pc:sldMk cId="2853585733" sldId="262"/>
        </pc:sldMkLst>
        <pc:spChg chg="mod">
          <ac:chgData name="Alessandra Spino" userId="S::alessandra.spino@mail.mcgill.ca::b5b02640-7436-4ceb-ac3e-3a10baeab99b" providerId="AD" clId="Web-{5CBC9B26-1830-FC36-C789-5CF3715EAE00}" dt="2026-04-17T04:36:08.578" v="412" actId="20577"/>
          <ac:spMkLst>
            <pc:docMk/>
            <pc:sldMk cId="2853585733" sldId="262"/>
            <ac:spMk id="2" creationId="{2DF26ACB-DBAC-B461-ECEF-281935295DA0}"/>
          </ac:spMkLst>
        </pc:spChg>
        <pc:spChg chg="mod">
          <ac:chgData name="Alessandra Spino" userId="S::alessandra.spino@mail.mcgill.ca::b5b02640-7436-4ceb-ac3e-3a10baeab99b" providerId="AD" clId="Web-{5CBC9B26-1830-FC36-C789-5CF3715EAE00}" dt="2026-04-17T04:37:00.188" v="449" actId="20577"/>
          <ac:spMkLst>
            <pc:docMk/>
            <pc:sldMk cId="2853585733" sldId="262"/>
            <ac:spMk id="3" creationId="{8E5F62A5-063C-3994-0640-9A07063E0711}"/>
          </ac:spMkLst>
        </pc:spChg>
      </pc:sldChg>
      <pc:sldChg chg="modSp add del replId modNotes">
        <pc:chgData name="Alessandra Spino" userId="S::alessandra.spino@mail.mcgill.ca::b5b02640-7436-4ceb-ac3e-3a10baeab99b" providerId="AD" clId="Web-{5CBC9B26-1830-FC36-C789-5CF3715EAE00}" dt="2026-04-17T04:43:17.610" v="546"/>
        <pc:sldMkLst>
          <pc:docMk/>
          <pc:sldMk cId="3456166984" sldId="263"/>
        </pc:sldMkLst>
        <pc:spChg chg="mod">
          <ac:chgData name="Alessandra Spino" userId="S::alessandra.spino@mail.mcgill.ca::b5b02640-7436-4ceb-ac3e-3a10baeab99b" providerId="AD" clId="Web-{5CBC9B26-1830-FC36-C789-5CF3715EAE00}" dt="2026-04-17T04:38:19.125" v="466" actId="20577"/>
          <ac:spMkLst>
            <pc:docMk/>
            <pc:sldMk cId="3456166984" sldId="263"/>
            <ac:spMk id="2" creationId="{A7626E65-2B17-D221-0EA6-F84FD82BA33C}"/>
          </ac:spMkLst>
        </pc:spChg>
        <pc:spChg chg="mod">
          <ac:chgData name="Alessandra Spino" userId="S::alessandra.spino@mail.mcgill.ca::b5b02640-7436-4ceb-ac3e-3a10baeab99b" providerId="AD" clId="Web-{5CBC9B26-1830-FC36-C789-5CF3715EAE00}" dt="2026-04-17T04:40:33.453" v="494" actId="20577"/>
          <ac:spMkLst>
            <pc:docMk/>
            <pc:sldMk cId="3456166984" sldId="263"/>
            <ac:spMk id="3" creationId="{9C3F1262-41AF-86F8-DAC5-831DC92FFA72}"/>
          </ac:spMkLst>
        </pc:spChg>
      </pc:sldChg>
      <pc:sldChg chg="modSp add replId modNotes">
        <pc:chgData name="Alessandra Spino" userId="S::alessandra.spino@mail.mcgill.ca::b5b02640-7436-4ceb-ac3e-3a10baeab99b" providerId="AD" clId="Web-{5CBC9B26-1830-FC36-C789-5CF3715EAE00}" dt="2026-04-17T04:50:40.556" v="665"/>
        <pc:sldMkLst>
          <pc:docMk/>
          <pc:sldMk cId="1609855604" sldId="264"/>
        </pc:sldMkLst>
        <pc:spChg chg="mod">
          <ac:chgData name="Alessandra Spino" userId="S::alessandra.spino@mail.mcgill.ca::b5b02640-7436-4ceb-ac3e-3a10baeab99b" providerId="AD" clId="Web-{5CBC9B26-1830-FC36-C789-5CF3715EAE00}" dt="2026-04-17T04:42:11.563" v="508" actId="20577"/>
          <ac:spMkLst>
            <pc:docMk/>
            <pc:sldMk cId="1609855604" sldId="264"/>
            <ac:spMk id="2" creationId="{42C0AC88-DDE9-56B0-FF40-B8EF1BFEFC63}"/>
          </ac:spMkLst>
        </pc:spChg>
        <pc:spChg chg="mod">
          <ac:chgData name="Alessandra Spino" userId="S::alessandra.spino@mail.mcgill.ca::b5b02640-7436-4ceb-ac3e-3a10baeab99b" providerId="AD" clId="Web-{5CBC9B26-1830-FC36-C789-5CF3715EAE00}" dt="2026-04-17T04:42:48.828" v="544" actId="20577"/>
          <ac:spMkLst>
            <pc:docMk/>
            <pc:sldMk cId="1609855604" sldId="264"/>
            <ac:spMk id="3" creationId="{FA0E3874-FF52-EAD9-B7C7-0B5ACDC01E5F}"/>
          </ac:spMkLst>
        </pc:spChg>
      </pc:sldChg>
      <pc:sldChg chg="new del">
        <pc:chgData name="Alessandra Spino" userId="S::alessandra.spino@mail.mcgill.ca::b5b02640-7436-4ceb-ac3e-3a10baeab99b" providerId="AD" clId="Web-{5CBC9B26-1830-FC36-C789-5CF3715EAE00}" dt="2026-04-17T04:42:01.344" v="504"/>
        <pc:sldMkLst>
          <pc:docMk/>
          <pc:sldMk cId="3802067345" sldId="264"/>
        </pc:sldMkLst>
      </pc:sldChg>
      <pc:sldChg chg="new del">
        <pc:chgData name="Alessandra Spino" userId="S::alessandra.spino@mail.mcgill.ca::b5b02640-7436-4ceb-ac3e-3a10baeab99b" providerId="AD" clId="Web-{5CBC9B26-1830-FC36-C789-5CF3715EAE00}" dt="2026-04-17T04:43:28.891" v="548"/>
        <pc:sldMkLst>
          <pc:docMk/>
          <pc:sldMk cId="627813577" sldId="265"/>
        </pc:sldMkLst>
      </pc:sldChg>
      <pc:sldChg chg="modSp add replId modNotes">
        <pc:chgData name="Alessandra Spino" userId="S::alessandra.spino@mail.mcgill.ca::b5b02640-7436-4ceb-ac3e-3a10baeab99b" providerId="AD" clId="Web-{5CBC9B26-1830-FC36-C789-5CF3715EAE00}" dt="2026-04-17T04:51:02.806" v="670"/>
        <pc:sldMkLst>
          <pc:docMk/>
          <pc:sldMk cId="857313683" sldId="265"/>
        </pc:sldMkLst>
        <pc:spChg chg="mod">
          <ac:chgData name="Alessandra Spino" userId="S::alessandra.spino@mail.mcgill.ca::b5b02640-7436-4ceb-ac3e-3a10baeab99b" providerId="AD" clId="Web-{5CBC9B26-1830-FC36-C789-5CF3715EAE00}" dt="2026-04-17T04:43:41.235" v="555" actId="20577"/>
          <ac:spMkLst>
            <pc:docMk/>
            <pc:sldMk cId="857313683" sldId="265"/>
            <ac:spMk id="2" creationId="{6A94DF37-2597-2084-E6A1-37DD52615D45}"/>
          </ac:spMkLst>
        </pc:spChg>
        <pc:spChg chg="mod">
          <ac:chgData name="Alessandra Spino" userId="S::alessandra.spino@mail.mcgill.ca::b5b02640-7436-4ceb-ac3e-3a10baeab99b" providerId="AD" clId="Web-{5CBC9B26-1830-FC36-C789-5CF3715EAE00}" dt="2026-04-17T04:43:50.297" v="565" actId="20577"/>
          <ac:spMkLst>
            <pc:docMk/>
            <pc:sldMk cId="857313683" sldId="265"/>
            <ac:spMk id="3" creationId="{F8F2AC3F-3D55-9C0F-8CD8-68DA7430F079}"/>
          </ac:spMkLst>
        </pc:spChg>
      </pc:sldChg>
      <pc:sldChg chg="modSp add replId modNotes">
        <pc:chgData name="Alessandra Spino" userId="S::alessandra.spino@mail.mcgill.ca::b5b02640-7436-4ceb-ac3e-3a10baeab99b" providerId="AD" clId="Web-{5CBC9B26-1830-FC36-C789-5CF3715EAE00}" dt="2026-04-17T04:52:08.868" v="683"/>
        <pc:sldMkLst>
          <pc:docMk/>
          <pc:sldMk cId="3626875710" sldId="266"/>
        </pc:sldMkLst>
        <pc:spChg chg="mod">
          <ac:chgData name="Alessandra Spino" userId="S::alessandra.spino@mail.mcgill.ca::b5b02640-7436-4ceb-ac3e-3a10baeab99b" providerId="AD" clId="Web-{5CBC9B26-1830-FC36-C789-5CF3715EAE00}" dt="2026-04-17T04:44:30.453" v="571" actId="20577"/>
          <ac:spMkLst>
            <pc:docMk/>
            <pc:sldMk cId="3626875710" sldId="266"/>
            <ac:spMk id="2" creationId="{561823F6-CEB1-F260-2C2B-351A2F821E24}"/>
          </ac:spMkLst>
        </pc:spChg>
        <pc:spChg chg="mod">
          <ac:chgData name="Alessandra Spino" userId="S::alessandra.spino@mail.mcgill.ca::b5b02640-7436-4ceb-ac3e-3a10baeab99b" providerId="AD" clId="Web-{5CBC9B26-1830-FC36-C789-5CF3715EAE00}" dt="2026-04-17T04:45:01.922" v="592" actId="20577"/>
          <ac:spMkLst>
            <pc:docMk/>
            <pc:sldMk cId="3626875710" sldId="266"/>
            <ac:spMk id="3" creationId="{D252F79B-2E87-E686-57C1-62ADCC35B38E}"/>
          </ac:spMkLst>
        </pc:spChg>
      </pc:sldChg>
      <pc:sldChg chg="modSp add del replId modNotes">
        <pc:chgData name="Alessandra Spino" userId="S::alessandra.spino@mail.mcgill.ca::b5b02640-7436-4ceb-ac3e-3a10baeab99b" providerId="AD" clId="Web-{5CBC9B26-1830-FC36-C789-5CF3715EAE00}" dt="2026-04-17T05:06:14.951" v="826"/>
        <pc:sldMkLst>
          <pc:docMk/>
          <pc:sldMk cId="4195686483" sldId="267"/>
        </pc:sldMkLst>
        <pc:spChg chg="mod">
          <ac:chgData name="Alessandra Spino" userId="S::alessandra.spino@mail.mcgill.ca::b5b02640-7436-4ceb-ac3e-3a10baeab99b" providerId="AD" clId="Web-{5CBC9B26-1830-FC36-C789-5CF3715EAE00}" dt="2026-04-17T04:45:54.493" v="601" actId="20577"/>
          <ac:spMkLst>
            <pc:docMk/>
            <pc:sldMk cId="4195686483" sldId="267"/>
            <ac:spMk id="2" creationId="{144D1F93-86CB-FD84-9F1B-3170DA376D3B}"/>
          </ac:spMkLst>
        </pc:spChg>
        <pc:spChg chg="mod">
          <ac:chgData name="Alessandra Spino" userId="S::alessandra.spino@mail.mcgill.ca::b5b02640-7436-4ceb-ac3e-3a10baeab99b" providerId="AD" clId="Web-{5CBC9B26-1830-FC36-C789-5CF3715EAE00}" dt="2026-04-17T04:46:34.868" v="628" actId="20577"/>
          <ac:spMkLst>
            <pc:docMk/>
            <pc:sldMk cId="4195686483" sldId="267"/>
            <ac:spMk id="3" creationId="{08ACD548-FF61-491E-499E-7860E5E5FA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73E046-1EE8-4F20-9F1F-38BD49A5A4EB}" type="datetimeFigureOut">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EFC170-D396-4497-89F8-A506CFE849D8}" type="slidenum">
              <a:t>‹#›</a:t>
            </a:fld>
            <a:endParaRPr lang="en-US"/>
          </a:p>
        </p:txBody>
      </p:sp>
    </p:spTree>
    <p:extLst>
      <p:ext uri="{BB962C8B-B14F-4D97-AF65-F5344CB8AC3E}">
        <p14:creationId xmlns:p14="http://schemas.microsoft.com/office/powerpoint/2010/main" val="2557721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through our design approach for Chapter One, starting from the initial concept and moving into how we planned and designed the website before development.</a:t>
            </a:r>
          </a:p>
        </p:txBody>
      </p:sp>
      <p:sp>
        <p:nvSpPr>
          <p:cNvPr id="4" name="Slide Number Placeholder 3"/>
          <p:cNvSpPr>
            <a:spLocks noGrp="1"/>
          </p:cNvSpPr>
          <p:nvPr>
            <p:ph type="sldNum" sz="quarter" idx="5"/>
          </p:nvPr>
        </p:nvSpPr>
        <p:spPr/>
        <p:txBody>
          <a:bodyPr/>
          <a:lstStyle/>
          <a:p>
            <a:fld id="{3EEFC170-D396-4497-89F8-A506CFE849D8}" type="slidenum">
              <a:t>1</a:t>
            </a:fld>
            <a:endParaRPr lang="en-US"/>
          </a:p>
        </p:txBody>
      </p:sp>
    </p:spTree>
    <p:extLst>
      <p:ext uri="{BB962C8B-B14F-4D97-AF65-F5344CB8AC3E}">
        <p14:creationId xmlns:p14="http://schemas.microsoft.com/office/powerpoint/2010/main" val="791739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our project was to recreate the experience of a small independent bookstore in an online format.</a:t>
            </a:r>
            <a:br>
              <a:rPr lang="en-US" dirty="0">
                <a:cs typeface="+mn-lt"/>
              </a:rPr>
            </a:br>
            <a:r>
              <a:rPr lang="en-US"/>
              <a:t>We wanted users to be able to browse a curated selection of books in a way that feels simple and enjoyable. At the same time, we introduced basic e-commerce features, like a cart, to simulate a realistic online shopping experience.</a:t>
            </a:r>
          </a:p>
        </p:txBody>
      </p:sp>
      <p:sp>
        <p:nvSpPr>
          <p:cNvPr id="4" name="Slide Number Placeholder 3"/>
          <p:cNvSpPr>
            <a:spLocks noGrp="1"/>
          </p:cNvSpPr>
          <p:nvPr>
            <p:ph type="sldNum" sz="quarter" idx="5"/>
          </p:nvPr>
        </p:nvSpPr>
        <p:spPr/>
        <p:txBody>
          <a:bodyPr/>
          <a:lstStyle/>
          <a:p>
            <a:fld id="{3EEFC170-D396-4497-89F8-A506CFE849D8}" type="slidenum">
              <a:t>2</a:t>
            </a:fld>
            <a:endParaRPr lang="en-US"/>
          </a:p>
        </p:txBody>
      </p:sp>
    </p:spTree>
    <p:extLst>
      <p:ext uri="{BB962C8B-B14F-4D97-AF65-F5344CB8AC3E}">
        <p14:creationId xmlns:p14="http://schemas.microsoft.com/office/powerpoint/2010/main" val="2053940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mission was to create a space that feels warm and welcoming, similar to the experience of browsing in a physical bookstore.</a:t>
            </a:r>
            <a:br>
              <a:rPr lang="en-US" dirty="0">
                <a:cs typeface="+mn-lt"/>
              </a:rPr>
            </a:br>
            <a:r>
              <a:rPr lang="en-US" dirty="0"/>
              <a:t>We wanted users to discover new books, but</a:t>
            </a:r>
            <a:r>
              <a:rPr lang="en-US"/>
              <a:t> also feel comfortable revisiting familiar ones.</a:t>
            </a:r>
            <a:br>
              <a:rPr lang="en-US" dirty="0">
                <a:cs typeface="+mn-lt"/>
              </a:rPr>
            </a:br>
            <a:endParaRPr lang="en-US" dirty="0"/>
          </a:p>
          <a:p>
            <a:r>
              <a:rPr lang="en-US"/>
              <a:t>Overall, the focus was on thoughtful curation and making the experience feel approachable and easy to navigate.</a:t>
            </a:r>
          </a:p>
        </p:txBody>
      </p:sp>
      <p:sp>
        <p:nvSpPr>
          <p:cNvPr id="4" name="Slide Number Placeholder 3"/>
          <p:cNvSpPr>
            <a:spLocks noGrp="1"/>
          </p:cNvSpPr>
          <p:nvPr>
            <p:ph type="sldNum" sz="quarter" idx="5"/>
          </p:nvPr>
        </p:nvSpPr>
        <p:spPr/>
        <p:txBody>
          <a:bodyPr/>
          <a:lstStyle/>
          <a:p>
            <a:fld id="{3EEFC170-D396-4497-89F8-A506CFE849D8}" type="slidenum">
              <a:t>3</a:t>
            </a:fld>
            <a:endParaRPr lang="en-US"/>
          </a:p>
        </p:txBody>
      </p:sp>
    </p:spTree>
    <p:extLst>
      <p:ext uri="{BB962C8B-B14F-4D97-AF65-F5344CB8AC3E}">
        <p14:creationId xmlns:p14="http://schemas.microsoft.com/office/powerpoint/2010/main" val="3586738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2ED8B-602A-81E4-69C3-9BBD9ABD7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C664E-9134-95C8-3634-CC27A22F19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36C3B-949E-535B-02B6-C54984012096}"/>
              </a:ext>
            </a:extLst>
          </p:cNvPr>
          <p:cNvSpPr>
            <a:spLocks noGrp="1"/>
          </p:cNvSpPr>
          <p:nvPr>
            <p:ph type="body" idx="1"/>
          </p:nvPr>
        </p:nvSpPr>
        <p:spPr/>
        <p:txBody>
          <a:bodyPr/>
          <a:lstStyle/>
          <a:p>
            <a:r>
              <a:rPr lang="en-US" dirty="0"/>
              <a:t>The main problem we were trying to solve was how to design a book browsing experience that is both simple and functional.</a:t>
            </a:r>
            <a:br>
              <a:rPr lang="en-US" dirty="0">
                <a:cs typeface="+mn-lt"/>
              </a:rPr>
            </a:br>
            <a:r>
              <a:rPr lang="en-US"/>
              <a:t>Many e-commerce websites can feel overwhelming, so we wanted to reduce complexity while still including key features like filtering and a cart.</a:t>
            </a:r>
            <a:br>
              <a:rPr lang="en-US" dirty="0">
                <a:cs typeface="+mn-lt"/>
              </a:rPr>
            </a:br>
            <a:endParaRPr lang="en-US" dirty="0"/>
          </a:p>
          <a:p>
            <a:r>
              <a:rPr lang="en-US"/>
              <a:t>Accessibility was also an important consideration, so we aimed to make the interface user-friendly for a wide range of users.</a:t>
            </a:r>
          </a:p>
        </p:txBody>
      </p:sp>
      <p:sp>
        <p:nvSpPr>
          <p:cNvPr id="4" name="Slide Number Placeholder 3">
            <a:extLst>
              <a:ext uri="{FF2B5EF4-FFF2-40B4-BE49-F238E27FC236}">
                <a16:creationId xmlns:a16="http://schemas.microsoft.com/office/drawing/2014/main" id="{D52A66C3-63F7-E6DA-18EA-4C1C47DDC0FE}"/>
              </a:ext>
            </a:extLst>
          </p:cNvPr>
          <p:cNvSpPr>
            <a:spLocks noGrp="1"/>
          </p:cNvSpPr>
          <p:nvPr>
            <p:ph type="sldNum" sz="quarter" idx="5"/>
          </p:nvPr>
        </p:nvSpPr>
        <p:spPr/>
        <p:txBody>
          <a:bodyPr/>
          <a:lstStyle/>
          <a:p>
            <a:fld id="{3EEFC170-D396-4497-89F8-A506CFE849D8}" type="slidenum">
              <a:t>4</a:t>
            </a:fld>
            <a:endParaRPr lang="en-US"/>
          </a:p>
        </p:txBody>
      </p:sp>
    </p:spTree>
    <p:extLst>
      <p:ext uri="{BB962C8B-B14F-4D97-AF65-F5344CB8AC3E}">
        <p14:creationId xmlns:p14="http://schemas.microsoft.com/office/powerpoint/2010/main" val="544478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EFBE6-0A13-9E71-E777-5ED3DDB35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7E2F3-B0C3-2BB0-D160-FBFBA0152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737A7-36E8-EADB-7A0F-D7DF3C0DF5B4}"/>
              </a:ext>
            </a:extLst>
          </p:cNvPr>
          <p:cNvSpPr>
            <a:spLocks noGrp="1"/>
          </p:cNvSpPr>
          <p:nvPr>
            <p:ph type="body" idx="1"/>
          </p:nvPr>
        </p:nvSpPr>
        <p:spPr/>
        <p:txBody>
          <a:bodyPr/>
          <a:lstStyle/>
          <a:p>
            <a:r>
              <a:rPr lang="en-US"/>
              <a:t>Our target audience includes people who enjoy reading, especially those who are looking for recommendations or curated selections. This could include casual readers, as well as users who appreciate independent bookstores and a more personalized browsing experience.</a:t>
            </a:r>
            <a:br>
              <a:rPr lang="en-US" dirty="0">
                <a:cs typeface="+mn-lt"/>
              </a:rPr>
            </a:br>
            <a:endParaRPr lang="en-US"/>
          </a:p>
          <a:p>
            <a:r>
              <a:rPr lang="en-US"/>
              <a:t>So overall, we designed the site to feel inviting and easy to use for a broad audience.</a:t>
            </a:r>
          </a:p>
        </p:txBody>
      </p:sp>
      <p:sp>
        <p:nvSpPr>
          <p:cNvPr id="4" name="Slide Number Placeholder 3">
            <a:extLst>
              <a:ext uri="{FF2B5EF4-FFF2-40B4-BE49-F238E27FC236}">
                <a16:creationId xmlns:a16="http://schemas.microsoft.com/office/drawing/2014/main" id="{A93FB813-3F24-C1B9-0AD1-4CF9C18EAA1D}"/>
              </a:ext>
            </a:extLst>
          </p:cNvPr>
          <p:cNvSpPr>
            <a:spLocks noGrp="1"/>
          </p:cNvSpPr>
          <p:nvPr>
            <p:ph type="sldNum" sz="quarter" idx="5"/>
          </p:nvPr>
        </p:nvSpPr>
        <p:spPr/>
        <p:txBody>
          <a:bodyPr/>
          <a:lstStyle/>
          <a:p>
            <a:fld id="{3EEFC170-D396-4497-89F8-A506CFE849D8}" type="slidenum">
              <a:t>5</a:t>
            </a:fld>
            <a:endParaRPr lang="en-US"/>
          </a:p>
        </p:txBody>
      </p:sp>
    </p:spTree>
    <p:extLst>
      <p:ext uri="{BB962C8B-B14F-4D97-AF65-F5344CB8AC3E}">
        <p14:creationId xmlns:p14="http://schemas.microsoft.com/office/powerpoint/2010/main" val="1027041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10D8C-B851-B74B-903B-5386348772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FF876-0A57-3EFE-88B6-7D295384D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56355-83ED-9147-19E1-43429AF4938F}"/>
              </a:ext>
            </a:extLst>
          </p:cNvPr>
          <p:cNvSpPr>
            <a:spLocks noGrp="1"/>
          </p:cNvSpPr>
          <p:nvPr>
            <p:ph type="body" idx="1"/>
          </p:nvPr>
        </p:nvSpPr>
        <p:spPr/>
        <p:txBody>
          <a:bodyPr/>
          <a:lstStyle/>
          <a:p>
            <a:r>
              <a:rPr lang="en-US" dirty="0"/>
              <a:t>In terms of functionality, users can browse books and filter them by genre to quickly find what they’re looking for. They can also add items to a cart and adjust quantities, which helps simulate a basic shopping experience. We also included a light and dark mode toggle, as well as a language toggle, to improve usability and accessibility.</a:t>
            </a:r>
          </a:p>
          <a:p>
            <a:endParaRPr lang="en-US" dirty="0"/>
          </a:p>
          <a:p>
            <a:r>
              <a:rPr lang="en-US" dirty="0"/>
              <a:t>From a user experience perspective, we focused on keeping navigation simple and maintaining a clear layout hierarchy. We also reused consistent components across pages to make the experience predictable and easy to interact with.</a:t>
            </a:r>
            <a:endParaRPr lang="en-US"/>
          </a:p>
        </p:txBody>
      </p:sp>
      <p:sp>
        <p:nvSpPr>
          <p:cNvPr id="4" name="Slide Number Placeholder 3">
            <a:extLst>
              <a:ext uri="{FF2B5EF4-FFF2-40B4-BE49-F238E27FC236}">
                <a16:creationId xmlns:a16="http://schemas.microsoft.com/office/drawing/2014/main" id="{6CBF8F83-1BD8-6E01-8927-B4F4E79C2EAF}"/>
              </a:ext>
            </a:extLst>
          </p:cNvPr>
          <p:cNvSpPr>
            <a:spLocks noGrp="1"/>
          </p:cNvSpPr>
          <p:nvPr>
            <p:ph type="sldNum" sz="quarter" idx="5"/>
          </p:nvPr>
        </p:nvSpPr>
        <p:spPr/>
        <p:txBody>
          <a:bodyPr/>
          <a:lstStyle/>
          <a:p>
            <a:fld id="{3EEFC170-D396-4497-89F8-A506CFE849D8}" type="slidenum">
              <a:t>6</a:t>
            </a:fld>
            <a:endParaRPr lang="en-US"/>
          </a:p>
        </p:txBody>
      </p:sp>
    </p:spTree>
    <p:extLst>
      <p:ext uri="{BB962C8B-B14F-4D97-AF65-F5344CB8AC3E}">
        <p14:creationId xmlns:p14="http://schemas.microsoft.com/office/powerpoint/2010/main" val="2790431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8D508-2EA5-EEE7-4605-D977FD7FF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D7C69-AB9E-B526-303B-A84737AF0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1FF1F2-C219-8CAE-B80D-BAD60B184332}"/>
              </a:ext>
            </a:extLst>
          </p:cNvPr>
          <p:cNvSpPr>
            <a:spLocks noGrp="1"/>
          </p:cNvSpPr>
          <p:nvPr>
            <p:ph type="body" idx="1"/>
          </p:nvPr>
        </p:nvSpPr>
        <p:spPr/>
        <p:txBody>
          <a:bodyPr/>
          <a:lstStyle/>
          <a:p>
            <a:r>
              <a:rPr lang="en-US"/>
              <a:t>Our main goals were to create a simple and intuitive interface while following accessibility guidelines such as proper contrast, semantic HTML, and keyboard navigation.</a:t>
            </a:r>
            <a:br>
              <a:rPr lang="en-US" dirty="0">
                <a:cs typeface="+mn-lt"/>
              </a:rPr>
            </a:br>
            <a:endParaRPr lang="en-US" dirty="0"/>
          </a:p>
          <a:p>
            <a:r>
              <a:rPr lang="en-US" dirty="0"/>
              <a:t>Another goal was to maintain consistency across light and dark modes, and ensure the site is fully responsive across different screen sizes.</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D62EB35C-7E07-B230-31D3-1558DA1BF009}"/>
              </a:ext>
            </a:extLst>
          </p:cNvPr>
          <p:cNvSpPr>
            <a:spLocks noGrp="1"/>
          </p:cNvSpPr>
          <p:nvPr>
            <p:ph type="sldNum" sz="quarter" idx="5"/>
          </p:nvPr>
        </p:nvSpPr>
        <p:spPr/>
        <p:txBody>
          <a:bodyPr/>
          <a:lstStyle/>
          <a:p>
            <a:fld id="{3EEFC170-D396-4497-89F8-A506CFE849D8}" type="slidenum">
              <a:t>7</a:t>
            </a:fld>
            <a:endParaRPr lang="en-US"/>
          </a:p>
        </p:txBody>
      </p:sp>
    </p:spTree>
    <p:extLst>
      <p:ext uri="{BB962C8B-B14F-4D97-AF65-F5344CB8AC3E}">
        <p14:creationId xmlns:p14="http://schemas.microsoft.com/office/powerpoint/2010/main" val="3406072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7CBFA-433D-B0E9-7046-605E28DB2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80DD3-980D-1CC7-CAFF-B5F4C9506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518D8-BB9A-3553-D485-D33EA6E3694A}"/>
              </a:ext>
            </a:extLst>
          </p:cNvPr>
          <p:cNvSpPr>
            <a:spLocks noGrp="1"/>
          </p:cNvSpPr>
          <p:nvPr>
            <p:ph type="body" idx="1"/>
          </p:nvPr>
        </p:nvSpPr>
        <p:spPr/>
        <p:txBody>
          <a:bodyPr/>
          <a:lstStyle/>
          <a:p>
            <a:r>
              <a:rPr lang="en-US"/>
              <a:t>The site structure was designed to be simple and easy to follow, with five main pages: Home, Books, Cart, About, and Contact.</a:t>
            </a:r>
            <a:br>
              <a:rPr lang="en-US" dirty="0">
                <a:cs typeface="+mn-lt"/>
              </a:rPr>
            </a:br>
            <a:endParaRPr lang="en-US" dirty="0"/>
          </a:p>
          <a:p>
            <a:r>
              <a:rPr lang="en-US" dirty="0"/>
              <a:t>This helps users quickly understand where to go without confusion, and</a:t>
            </a:r>
            <a:r>
              <a:rPr lang="en-US"/>
              <a:t> keeps navigation consistent across the site.</a:t>
            </a:r>
          </a:p>
        </p:txBody>
      </p:sp>
      <p:sp>
        <p:nvSpPr>
          <p:cNvPr id="4" name="Slide Number Placeholder 3">
            <a:extLst>
              <a:ext uri="{FF2B5EF4-FFF2-40B4-BE49-F238E27FC236}">
                <a16:creationId xmlns:a16="http://schemas.microsoft.com/office/drawing/2014/main" id="{9C25AE7D-E16E-EC8B-2D64-E7B5E902F261}"/>
              </a:ext>
            </a:extLst>
          </p:cNvPr>
          <p:cNvSpPr>
            <a:spLocks noGrp="1"/>
          </p:cNvSpPr>
          <p:nvPr>
            <p:ph type="sldNum" sz="quarter" idx="5"/>
          </p:nvPr>
        </p:nvSpPr>
        <p:spPr/>
        <p:txBody>
          <a:bodyPr/>
          <a:lstStyle/>
          <a:p>
            <a:fld id="{3EEFC170-D396-4497-89F8-A506CFE849D8}" type="slidenum">
              <a:t>8</a:t>
            </a:fld>
            <a:endParaRPr lang="en-US"/>
          </a:p>
        </p:txBody>
      </p:sp>
    </p:spTree>
    <p:extLst>
      <p:ext uri="{BB962C8B-B14F-4D97-AF65-F5344CB8AC3E}">
        <p14:creationId xmlns:p14="http://schemas.microsoft.com/office/powerpoint/2010/main" val="1641398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BD4D9-6191-FC0D-9E6B-1D131BF20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7C4B4-7119-D7F3-ADF6-321D4A713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172DA-4898-6284-F98C-950BFA812FF3}"/>
              </a:ext>
            </a:extLst>
          </p:cNvPr>
          <p:cNvSpPr>
            <a:spLocks noGrp="1"/>
          </p:cNvSpPr>
          <p:nvPr>
            <p:ph type="body" idx="1"/>
          </p:nvPr>
        </p:nvSpPr>
        <p:spPr/>
        <p:txBody>
          <a:bodyPr/>
          <a:lstStyle/>
          <a:p>
            <a:r>
              <a:rPr lang="en-US"/>
              <a:t>We created our wireframes in Figma and refined them to focus on structure, spacing, and usability. The wireframes were also updated throughout the project to reflect changes in layout and functionality as the design evolved.</a:t>
            </a:r>
          </a:p>
        </p:txBody>
      </p:sp>
      <p:sp>
        <p:nvSpPr>
          <p:cNvPr id="4" name="Slide Number Placeholder 3">
            <a:extLst>
              <a:ext uri="{FF2B5EF4-FFF2-40B4-BE49-F238E27FC236}">
                <a16:creationId xmlns:a16="http://schemas.microsoft.com/office/drawing/2014/main" id="{73600A0B-73B7-4E05-0735-19073B9B4832}"/>
              </a:ext>
            </a:extLst>
          </p:cNvPr>
          <p:cNvSpPr>
            <a:spLocks noGrp="1"/>
          </p:cNvSpPr>
          <p:nvPr>
            <p:ph type="sldNum" sz="quarter" idx="5"/>
          </p:nvPr>
        </p:nvSpPr>
        <p:spPr/>
        <p:txBody>
          <a:bodyPr/>
          <a:lstStyle/>
          <a:p>
            <a:fld id="{3EEFC170-D396-4497-89F8-A506CFE849D8}" type="slidenum">
              <a:t>9</a:t>
            </a:fld>
            <a:endParaRPr lang="en-US"/>
          </a:p>
        </p:txBody>
      </p:sp>
    </p:spTree>
    <p:extLst>
      <p:ext uri="{BB962C8B-B14F-4D97-AF65-F5344CB8AC3E}">
        <p14:creationId xmlns:p14="http://schemas.microsoft.com/office/powerpoint/2010/main" val="2781378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4F59A-EFFA-E296-4326-F39F62039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97E43-255F-B0D3-90CD-0D1339FD3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53610-09C6-5FA9-AB76-634D9AC8BC34}"/>
              </a:ext>
            </a:extLst>
          </p:cNvPr>
          <p:cNvSpPr>
            <a:spLocks noGrp="1"/>
          </p:cNvSpPr>
          <p:nvPr>
            <p:ph type="body" idx="1"/>
          </p:nvPr>
        </p:nvSpPr>
        <p:spPr/>
        <p:txBody>
          <a:bodyPr/>
          <a:lstStyle/>
          <a:p>
            <a:r>
              <a:rPr lang="en-US"/>
              <a:t>For the visual design, we started with a base color palette and refined it to ensure proper contrast and accessibility. We also selected a typography pairing that balances readability and visual style.</a:t>
            </a:r>
          </a:p>
          <a:p>
            <a:endParaRPr lang="en-US" dirty="0"/>
          </a:p>
          <a:p>
            <a:r>
              <a:rPr lang="en-US" dirty="0"/>
              <a:t>To keep everything consistent, we used SCSS variables for things like colors and spacing, which helped maintain</a:t>
            </a:r>
            <a:r>
              <a:rPr lang="en-US"/>
              <a:t> a cohesive design across all pages. This was especially useful when working with light and dark modes, since it allowed us to manage the themes more efficiently across the site.</a:t>
            </a:r>
            <a:endParaRPr lang="en-US">
              <a:ea typeface="Calibri"/>
              <a:cs typeface="Calibri"/>
            </a:endParaRPr>
          </a:p>
          <a:p>
            <a:endParaRPr lang="en-US" dirty="0">
              <a:ea typeface="Calibri"/>
              <a:cs typeface="Calibri"/>
            </a:endParaRPr>
          </a:p>
          <a:p>
            <a:r>
              <a:rPr lang="en-US" dirty="0"/>
              <a:t>So that covers the overall design approach, from the initial concept through planning and visual design. I’ll now pass it over to Denise, who will walk you through the final website and how these ideas were implemented.</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A58CBF82-4896-5DDB-FCF9-BD2BF0B0B545}"/>
              </a:ext>
            </a:extLst>
          </p:cNvPr>
          <p:cNvSpPr>
            <a:spLocks noGrp="1"/>
          </p:cNvSpPr>
          <p:nvPr>
            <p:ph type="sldNum" sz="quarter" idx="5"/>
          </p:nvPr>
        </p:nvSpPr>
        <p:spPr/>
        <p:txBody>
          <a:bodyPr/>
          <a:lstStyle/>
          <a:p>
            <a:fld id="{3EEFC170-D396-4497-89F8-A506CFE849D8}" type="slidenum">
              <a:t>10</a:t>
            </a:fld>
            <a:endParaRPr lang="en-US"/>
          </a:p>
        </p:txBody>
      </p:sp>
    </p:spTree>
    <p:extLst>
      <p:ext uri="{BB962C8B-B14F-4D97-AF65-F5344CB8AC3E}">
        <p14:creationId xmlns:p14="http://schemas.microsoft.com/office/powerpoint/2010/main" val="2942070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1F1F1F-529D-951D-8998-9FD228680458}"/>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id="{EB7C80C7-9901-8D58-5EFA-FDA2F7C042A7}"/>
              </a:ext>
              <a:ext uri="{C183D7F6-B498-43B3-948B-1728B52AA6E4}">
                <adec:decorative xmlns:adec="http://schemas.microsoft.com/office/drawing/2017/decorative"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5CFCDD4-34E8-AC06-3D5E-32D562BE730C}"/>
              </a:ext>
              <a:ext uri="{C183D7F6-B498-43B3-948B-1728B52AA6E4}">
                <adec:decorative xmlns:adec="http://schemas.microsoft.com/office/drawing/2017/decorative"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9F538DF1-F279-6FD3-54B3-F49AECD5CA4E}"/>
              </a:ext>
              <a:ext uri="{C183D7F6-B498-43B3-948B-1728B52AA6E4}">
                <adec:decorative xmlns:adec="http://schemas.microsoft.com/office/drawing/2017/decorative"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ACE14AE4-9B80-2D91-30D5-79C8F7316FE1}"/>
              </a:ext>
              <a:ext uri="{C183D7F6-B498-43B3-948B-1728B52AA6E4}">
                <adec:decorative xmlns:adec="http://schemas.microsoft.com/office/drawing/2017/decorative"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2" name="Freeform: Shape 11">
            <a:extLst>
              <a:ext uri="{FF2B5EF4-FFF2-40B4-BE49-F238E27FC236}">
                <a16:creationId xmlns:a16="http://schemas.microsoft.com/office/drawing/2014/main" id="{2CF8DFF4-76F9-31A0-19A9-5C48DBA8402A}"/>
              </a:ext>
              <a:ext uri="{C183D7F6-B498-43B3-948B-1728B52AA6E4}">
                <adec:decorative xmlns:adec="http://schemas.microsoft.com/office/drawing/2017/decorative"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53BFCF5-9D37-8A22-F17B-F82C331AB93E}"/>
              </a:ext>
              <a:ext uri="{C183D7F6-B498-43B3-948B-1728B52AA6E4}">
                <adec:decorative xmlns:adec="http://schemas.microsoft.com/office/drawing/2017/decorative"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20" name="Freeform: Shape 19">
            <a:extLst>
              <a:ext uri="{FF2B5EF4-FFF2-40B4-BE49-F238E27FC236}">
                <a16:creationId xmlns:a16="http://schemas.microsoft.com/office/drawing/2014/main" id="{B84818A0-64B3-C900-227E-6697BD355586}"/>
              </a:ext>
              <a:ext uri="{C183D7F6-B498-43B3-948B-1728B52AA6E4}">
                <adec:decorative xmlns:adec="http://schemas.microsoft.com/office/drawing/2017/decorative"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4/16/2026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18893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B4D7EEE-3F20-B2B4-7D54-21F10FBB7103}"/>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D14A887-2B1E-D45C-A860-7576EECCCE59}"/>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82355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BC39494-3950-2F31-67EE-A97EF404ECC7}"/>
              </a:ext>
              <a:ext uri="{C183D7F6-B498-43B3-948B-1728B52AA6E4}">
                <adec:decorative xmlns:adec="http://schemas.microsoft.com/office/drawing/2017/decorative"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dirty="0">
              <a:solidFill>
                <a:schemeClr val="tx2"/>
              </a:solidFill>
            </a:endParaRPr>
          </a:p>
        </p:txBody>
      </p:sp>
      <p:sp>
        <p:nvSpPr>
          <p:cNvPr id="17" name="Picture Placeholder 16">
            <a:extLst>
              <a:ext uri="{FF2B5EF4-FFF2-40B4-BE49-F238E27FC236}">
                <a16:creationId xmlns:a16="http://schemas.microsoft.com/office/drawing/2014/main"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t>4/16/2026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041439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C4C4F1-F617-6FB9-9BD5-B5DBBFC44248}"/>
              </a:ext>
              <a:ext uri="{C183D7F6-B498-43B3-948B-1728B52AA6E4}">
                <adec:decorative xmlns:adec="http://schemas.microsoft.com/office/drawing/2017/decorative"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t>4/16/2026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a:t>
            </a:fld>
            <a:endParaRPr lang="en-US"/>
          </a:p>
        </p:txBody>
      </p:sp>
      <p:sp>
        <p:nvSpPr>
          <p:cNvPr id="12" name="Picture Placeholder 11">
            <a:extLst>
              <a:ext uri="{FF2B5EF4-FFF2-40B4-BE49-F238E27FC236}">
                <a16:creationId xmlns:a16="http://schemas.microsoft.com/office/drawing/2014/main"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972415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7AA509-9E9D-A20A-8724-B81BD6250BB3}"/>
              </a:ext>
              <a:ext uri="{C183D7F6-B498-43B3-948B-1728B52AA6E4}">
                <adec:decorative xmlns:adec="http://schemas.microsoft.com/office/drawing/2017/decorative"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17E1B40-D55A-B032-83DE-BA7F5E6C064D}"/>
              </a:ext>
              <a:ext uri="{C183D7F6-B498-43B3-948B-1728B52AA6E4}">
                <adec:decorative xmlns:adec="http://schemas.microsoft.com/office/drawing/2017/decorative"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endParaRPr lang="en-US" dirty="0"/>
          </a:p>
        </p:txBody>
      </p:sp>
      <p:sp>
        <p:nvSpPr>
          <p:cNvPr id="13" name="Picture Placeholder 12">
            <a:extLst>
              <a:ext uri="{FF2B5EF4-FFF2-40B4-BE49-F238E27FC236}">
                <a16:creationId xmlns:a16="http://schemas.microsoft.com/office/drawing/2014/main"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t>4/16/2026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051573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53BDBA-DB09-D6B9-55BD-7CE920601DE6}"/>
              </a:ext>
              <a:ext uri="{C183D7F6-B498-43B3-948B-1728B52AA6E4}">
                <adec:decorative xmlns:adec="http://schemas.microsoft.com/office/drawing/2017/decorative"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DDE88767-C9F4-2EC7-5A08-5EEF70570623}"/>
              </a:ext>
              <a:ext uri="{C183D7F6-B498-43B3-948B-1728B52AA6E4}">
                <adec:decorative xmlns:adec="http://schemas.microsoft.com/office/drawing/2017/decorative"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22DF90CF-E915-3FAA-6D1B-5532757DA938}"/>
              </a:ext>
              <a:ext uri="{C183D7F6-B498-43B3-948B-1728B52AA6E4}">
                <adec:decorative xmlns:adec="http://schemas.microsoft.com/office/drawing/2017/decorative"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1EC8234-FAD3-C4B9-3327-8280CD8C0A1C}"/>
              </a:ext>
              <a:ext uri="{C183D7F6-B498-43B3-948B-1728B52AA6E4}">
                <adec:decorative xmlns:adec="http://schemas.microsoft.com/office/drawing/2017/decorative"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dirty="0"/>
          </a:p>
        </p:txBody>
      </p:sp>
      <p:sp>
        <p:nvSpPr>
          <p:cNvPr id="22" name="Freeform: Shape 21">
            <a:extLst>
              <a:ext uri="{FF2B5EF4-FFF2-40B4-BE49-F238E27FC236}">
                <a16:creationId xmlns:a16="http://schemas.microsoft.com/office/drawing/2014/main" id="{A235A8A9-7921-40D3-7DC6-4DBF611511EB}"/>
              </a:ext>
              <a:ext uri="{C183D7F6-B498-43B3-948B-1728B52AA6E4}">
                <adec:decorative xmlns:adec="http://schemas.microsoft.com/office/drawing/2017/decorative"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t>4/16/2026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4701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id="{6BD474FB-CFF8-B79D-5078-AA9087126653}"/>
              </a:ext>
              <a:ext uri="{C183D7F6-B498-43B3-948B-1728B52AA6E4}">
                <adec:decorative xmlns:adec="http://schemas.microsoft.com/office/drawing/2017/decorative"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id="{B3E84859-A999-1994-C7B1-B14094E2F697}"/>
              </a:ext>
              <a:ext uri="{C183D7F6-B498-43B3-948B-1728B52AA6E4}">
                <adec:decorative xmlns:adec="http://schemas.microsoft.com/office/drawing/2017/decorative"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id="{66BE7161-6707-3DA3-0610-D730D37B3FF5}"/>
              </a:ext>
              <a:ext uri="{C183D7F6-B498-43B3-948B-1728B52AA6E4}">
                <adec:decorative xmlns:adec="http://schemas.microsoft.com/office/drawing/2017/decorative"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id="{E2930EB2-9690-5631-2DA9-45C97BC1BD8C}"/>
              </a:ext>
              <a:ext uri="{C183D7F6-B498-43B3-948B-1728B52AA6E4}">
                <adec:decorative xmlns:adec="http://schemas.microsoft.com/office/drawing/2017/decorative"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id="{4A830E53-BE20-D6B0-55DA-07BA8E8F50C7}"/>
              </a:ext>
              <a:ext uri="{C183D7F6-B498-43B3-948B-1728B52AA6E4}">
                <adec:decorative xmlns:adec="http://schemas.microsoft.com/office/drawing/2017/decorative"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id="{5158B587-0CE2-B01C-8B0A-CBEF551B6525}"/>
              </a:ext>
              <a:ext uri="{C183D7F6-B498-43B3-948B-1728B52AA6E4}">
                <adec:decorative xmlns:adec="http://schemas.microsoft.com/office/drawing/2017/decorative"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id="{327D8A10-5F2A-A48F-C95C-C73326130C47}"/>
              </a:ext>
              <a:ext uri="{C183D7F6-B498-43B3-948B-1728B52AA6E4}">
                <adec:decorative xmlns:adec="http://schemas.microsoft.com/office/drawing/2017/decorative"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id="{CE6710A2-3595-8D6A-7D6D-654CE6608B59}"/>
              </a:ext>
              <a:ext uri="{C183D7F6-B498-43B3-948B-1728B52AA6E4}">
                <adec:decorative xmlns:adec="http://schemas.microsoft.com/office/drawing/2017/decorative"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id="{ED270219-E749-5081-1B2A-D798308B7EC7}"/>
              </a:ext>
              <a:ext uri="{C183D7F6-B498-43B3-948B-1728B52AA6E4}">
                <adec:decorative xmlns:adec="http://schemas.microsoft.com/office/drawing/2017/decorative"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FA42E4F-10EE-3D3B-9673-876F9964214B}"/>
              </a:ext>
              <a:ext uri="{C183D7F6-B498-43B3-948B-1728B52AA6E4}">
                <adec:decorative xmlns:adec="http://schemas.microsoft.com/office/drawing/2017/decorative"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id="{0ECC2A0F-6F24-22AF-52E4-F86A38BCE0EE}"/>
              </a:ext>
              <a:ext uri="{C183D7F6-B498-43B3-948B-1728B52AA6E4}">
                <adec:decorative xmlns:adec="http://schemas.microsoft.com/office/drawing/2017/decorative"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id="{FB2CFB81-7779-1B49-0B2F-E561B5CA2524}"/>
              </a:ext>
              <a:ext uri="{C183D7F6-B498-43B3-948B-1728B52AA6E4}">
                <adec:decorative xmlns:adec="http://schemas.microsoft.com/office/drawing/2017/decorative"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id="{66B2B2F7-F932-B3F7-B12B-DD496BCF5DEC}"/>
              </a:ext>
              <a:ext uri="{C183D7F6-B498-43B3-948B-1728B52AA6E4}">
                <adec:decorative xmlns:adec="http://schemas.microsoft.com/office/drawing/2017/decorative"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id="{F8E3AA04-6BCE-48F3-2DF8-7552314FCAAB}"/>
              </a:ext>
              <a:ext uri="{C183D7F6-B498-43B3-948B-1728B52AA6E4}">
                <adec:decorative xmlns:adec="http://schemas.microsoft.com/office/drawing/2017/decorative"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id="{54341281-F9D6-F344-46C3-8DBBD6DF51EE}"/>
              </a:ext>
              <a:ext uri="{C183D7F6-B498-43B3-948B-1728B52AA6E4}">
                <adec:decorative xmlns:adec="http://schemas.microsoft.com/office/drawing/2017/decorative"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1AF218-345A-4D7C-CE37-7DCB2974041A}"/>
              </a:ext>
              <a:ext uri="{C183D7F6-B498-43B3-948B-1728B52AA6E4}">
                <adec:decorative xmlns:adec="http://schemas.microsoft.com/office/drawing/2017/decorative"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AEA175-6A4C-F30D-04E9-B38B6170B463}"/>
              </a:ext>
              <a:ext uri="{C183D7F6-B498-43B3-948B-1728B52AA6E4}">
                <adec:decorative xmlns:adec="http://schemas.microsoft.com/office/drawing/2017/decorative"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4/16/2026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593881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80C832CB-AEBA-0166-62A1-DD6E746FAB7F}"/>
              </a:ext>
              <a:ext uri="{C183D7F6-B498-43B3-948B-1728B52AA6E4}">
                <adec:decorative xmlns:adec="http://schemas.microsoft.com/office/drawing/2017/decorative"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88505AB7-BA37-773F-31FB-F501EEEF88B1}"/>
              </a:ext>
              <a:ext uri="{C183D7F6-B498-43B3-948B-1728B52AA6E4}">
                <adec:decorative xmlns:adec="http://schemas.microsoft.com/office/drawing/2017/decorative"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35C569D5-52BD-189D-B98D-F7CE32330DD6}"/>
              </a:ext>
              <a:ext uri="{C183D7F6-B498-43B3-948B-1728B52AA6E4}">
                <adec:decorative xmlns:adec="http://schemas.microsoft.com/office/drawing/2017/decorative"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id="{4CF4DD73-D0F0-03A5-1E13-251B82F21AAF}"/>
              </a:ext>
              <a:ext uri="{C183D7F6-B498-43B3-948B-1728B52AA6E4}">
                <adec:decorative xmlns:adec="http://schemas.microsoft.com/office/drawing/2017/decorative"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4/16/2026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973089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83A7C6D-ED5C-F10A-9B7A-D50F2F7C2F5D}"/>
              </a:ext>
              <a:ext uri="{C183D7F6-B498-43B3-948B-1728B52AA6E4}">
                <adec:decorative xmlns:adec="http://schemas.microsoft.com/office/drawing/2017/decorative"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id="{AACD8403-BC09-71C7-7B6D-217853DCFD07}"/>
              </a:ext>
              <a:ext uri="{C183D7F6-B498-43B3-948B-1728B52AA6E4}">
                <adec:decorative xmlns:adec="http://schemas.microsoft.com/office/drawing/2017/decorative"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id="{460A1D3A-4B9C-1E98-0477-3EC5B2BD2B97}"/>
              </a:ext>
              <a:ext uri="{C183D7F6-B498-43B3-948B-1728B52AA6E4}">
                <adec:decorative xmlns:adec="http://schemas.microsoft.com/office/drawing/2017/decorative"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id="{36121201-FE85-A6B4-D69A-BAB546EB7E3F}"/>
              </a:ext>
              <a:ext uri="{C183D7F6-B498-43B3-948B-1728B52AA6E4}">
                <adec:decorative xmlns:adec="http://schemas.microsoft.com/office/drawing/2017/decorative"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id="{DCF9C51F-6F42-6E6B-E0B4-F974E5EBE4E4}"/>
              </a:ext>
              <a:ext uri="{C183D7F6-B498-43B3-948B-1728B52AA6E4}">
                <adec:decorative xmlns:adec="http://schemas.microsoft.com/office/drawing/2017/decorative"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E823D5-E00D-374C-C9C4-89F0DEE0895E}"/>
              </a:ext>
              <a:ext uri="{C183D7F6-B498-43B3-948B-1728B52AA6E4}">
                <adec:decorative xmlns:adec="http://schemas.microsoft.com/office/drawing/2017/decorative"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id="{DEAEAFCA-59DA-7657-B619-585D019726F2}"/>
              </a:ext>
              <a:ext uri="{C183D7F6-B498-43B3-948B-1728B52AA6E4}">
                <adec:decorative xmlns:adec="http://schemas.microsoft.com/office/drawing/2017/decorative"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DE65D22A-C0F8-99FF-6996-9BFC9E6F60A3}"/>
              </a:ext>
              <a:ext uri="{C183D7F6-B498-43B3-948B-1728B52AA6E4}">
                <adec:decorative xmlns:adec="http://schemas.microsoft.com/office/drawing/2017/decorative"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id="{8927AE5A-7EFD-FA1A-1318-2D4C31F7F947}"/>
              </a:ext>
              <a:ext uri="{C183D7F6-B498-43B3-948B-1728B52AA6E4}">
                <adec:decorative xmlns:adec="http://schemas.microsoft.com/office/drawing/2017/decorative"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id="{2A4C1795-40D5-B58A-3443-0A34871897D8}"/>
              </a:ext>
              <a:ext uri="{C183D7F6-B498-43B3-948B-1728B52AA6E4}">
                <adec:decorative xmlns:adec="http://schemas.microsoft.com/office/drawing/2017/decorative"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id="{B242CF66-204A-86E1-363F-7341DB69E621}"/>
              </a:ext>
              <a:ext uri="{C183D7F6-B498-43B3-948B-1728B52AA6E4}">
                <adec:decorative xmlns:adec="http://schemas.microsoft.com/office/drawing/2017/decorative"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C23FB5-588B-C408-B8F1-4C0C2288C779}"/>
              </a:ext>
              <a:ext uri="{C183D7F6-B498-43B3-948B-1728B52AA6E4}">
                <adec:decorative xmlns:adec="http://schemas.microsoft.com/office/drawing/2017/decorative"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id="{D6B9F2D7-DBD5-E3A1-F964-7F497F2978E8}"/>
              </a:ext>
              <a:ext uri="{C183D7F6-B498-43B3-948B-1728B52AA6E4}">
                <adec:decorative xmlns:adec="http://schemas.microsoft.com/office/drawing/2017/decorative"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id="{11CEC531-1B48-2230-DE41-BC9CA45187CD}"/>
              </a:ext>
              <a:ext uri="{C183D7F6-B498-43B3-948B-1728B52AA6E4}">
                <adec:decorative xmlns:adec="http://schemas.microsoft.com/office/drawing/2017/decorative"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id="{8F4451F1-81CD-F70C-A4AA-CE199DCE36C3}"/>
              </a:ext>
              <a:ext uri="{C183D7F6-B498-43B3-948B-1728B52AA6E4}">
                <adec:decorative xmlns:adec="http://schemas.microsoft.com/office/drawing/2017/decorative"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id="{2ABB8939-53DF-C7A5-9245-D6F08BF83004}"/>
              </a:ext>
              <a:ext uri="{C183D7F6-B498-43B3-948B-1728B52AA6E4}">
                <adec:decorative xmlns:adec="http://schemas.microsoft.com/office/drawing/2017/decorative"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id="{A0FDE995-8E9D-5FF9-06B2-F751EB07A629}"/>
              </a:ext>
              <a:ext uri="{C183D7F6-B498-43B3-948B-1728B52AA6E4}">
                <adec:decorative xmlns:adec="http://schemas.microsoft.com/office/drawing/2017/decorative"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F0BAC55E-57CC-0335-6D52-7A49EDDF5806}"/>
              </a:ext>
              <a:ext uri="{C183D7F6-B498-43B3-948B-1728B52AA6E4}">
                <adec:decorative xmlns:adec="http://schemas.microsoft.com/office/drawing/2017/decorative"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DB1B58E-DBD8-7EB5-C28A-EA8EE53002DD}"/>
              </a:ext>
              <a:ext uri="{C183D7F6-B498-43B3-948B-1728B52AA6E4}">
                <adec:decorative xmlns:adec="http://schemas.microsoft.com/office/drawing/2017/decorative"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FC32AF3E-766E-C7E5-CA07-9BD1C23C5FE2}"/>
              </a:ext>
              <a:ext uri="{C183D7F6-B498-43B3-948B-1728B52AA6E4}">
                <adec:decorative xmlns:adec="http://schemas.microsoft.com/office/drawing/2017/decorative"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2679563B-C259-84C9-F63F-8B34A86A8A5D}"/>
              </a:ext>
              <a:ext uri="{C183D7F6-B498-43B3-948B-1728B52AA6E4}">
                <adec:decorative xmlns:adec="http://schemas.microsoft.com/office/drawing/2017/decorative"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id="{3D919FDC-A16A-3274-D393-FB941E11AF63}"/>
              </a:ext>
              <a:ext uri="{C183D7F6-B498-43B3-948B-1728B52AA6E4}">
                <adec:decorative xmlns:adec="http://schemas.microsoft.com/office/drawing/2017/decorative"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EB87003-E893-682A-8808-56A5504F09A9}"/>
              </a:ext>
              <a:ext uri="{C183D7F6-B498-43B3-948B-1728B52AA6E4}">
                <adec:decorative xmlns:adec="http://schemas.microsoft.com/office/drawing/2017/decorative"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id="{E75FC013-D8DA-B097-03AB-4C56BCB69DF4}"/>
              </a:ext>
              <a:ext uri="{C183D7F6-B498-43B3-948B-1728B52AA6E4}">
                <adec:decorative xmlns:adec="http://schemas.microsoft.com/office/drawing/2017/decorative"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7D2FA6A-C8A2-F4D7-4C37-FCB1F75506AF}"/>
              </a:ext>
              <a:ext uri="{C183D7F6-B498-43B3-948B-1728B52AA6E4}">
                <adec:decorative xmlns:adec="http://schemas.microsoft.com/office/drawing/2017/decorative"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F390515-CC34-85C1-E912-31F0BAB05B87}"/>
              </a:ext>
              <a:ext uri="{C183D7F6-B498-43B3-948B-1728B52AA6E4}">
                <adec:decorative xmlns:adec="http://schemas.microsoft.com/office/drawing/2017/decorative"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4/16/2026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194860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B777D86-8A4A-3994-9C23-DAF09A566179}"/>
              </a:ext>
              <a:ext uri="{C183D7F6-B498-43B3-948B-1728B52AA6E4}">
                <adec:decorative xmlns:adec="http://schemas.microsoft.com/office/drawing/2017/decorative"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id="{8AAFD050-3308-6994-49B7-CD76BD053716}"/>
              </a:ext>
              <a:ext uri="{C183D7F6-B498-43B3-948B-1728B52AA6E4}">
                <adec:decorative xmlns:adec="http://schemas.microsoft.com/office/drawing/2017/decorative"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4/16/2026</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319848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23C787-8247-8AE4-4A89-F49E9A2F459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454C6BB-41C2-3E8B-5E10-69EA999E5269}"/>
              </a:ext>
              <a:ext uri="{C183D7F6-B498-43B3-948B-1728B52AA6E4}">
                <adec:decorative xmlns:adec="http://schemas.microsoft.com/office/drawing/2017/decorative"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id="{E2FCB797-75BA-6695-B1F5-95F98AA56974}"/>
              </a:ext>
              <a:ext uri="{C183D7F6-B498-43B3-948B-1728B52AA6E4}">
                <adec:decorative xmlns:adec="http://schemas.microsoft.com/office/drawing/2017/decorative"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id="{26BE6C19-8AB3-EB8A-0046-CE2A9F335261}"/>
              </a:ext>
              <a:ext uri="{C183D7F6-B498-43B3-948B-1728B52AA6E4}">
                <adec:decorative xmlns:adec="http://schemas.microsoft.com/office/drawing/2017/decorative"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id="{8743BD34-9F6D-F324-B5E0-9977782FE9E3}"/>
              </a:ext>
              <a:ext uri="{C183D7F6-B498-43B3-948B-1728B52AA6E4}">
                <adec:decorative xmlns:adec="http://schemas.microsoft.com/office/drawing/2017/decorative"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id="{C0126C36-6D13-E4FC-D4B0-5A27F0295EC7}"/>
              </a:ext>
              <a:ext uri="{C183D7F6-B498-43B3-948B-1728B52AA6E4}">
                <adec:decorative xmlns:adec="http://schemas.microsoft.com/office/drawing/2017/decorative"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id="{DD9A72C9-D087-57DB-E80B-80F9DA79BBF7}"/>
              </a:ext>
              <a:ext uri="{C183D7F6-B498-43B3-948B-1728B52AA6E4}">
                <adec:decorative xmlns:adec="http://schemas.microsoft.com/office/drawing/2017/decorative"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id="{991D62F8-71F6-C0A1-E434-726BC3380EC8}"/>
              </a:ext>
              <a:ext uri="{C183D7F6-B498-43B3-948B-1728B52AA6E4}">
                <adec:decorative xmlns:adec="http://schemas.microsoft.com/office/drawing/2017/decorative"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id="{0792375C-A706-3327-4EDD-F1AFA17F8BBE}"/>
              </a:ext>
              <a:ext uri="{C183D7F6-B498-43B3-948B-1728B52AA6E4}">
                <adec:decorative xmlns:adec="http://schemas.microsoft.com/office/drawing/2017/decorative"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id="{D4995870-0F7A-ED05-3CD0-6DF3C52E4C83}"/>
              </a:ext>
              <a:ext uri="{C183D7F6-B498-43B3-948B-1728B52AA6E4}">
                <adec:decorative xmlns:adec="http://schemas.microsoft.com/office/drawing/2017/decorative"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id="{6BAE8B52-9F87-5627-21B5-470C47415917}"/>
              </a:ext>
              <a:ext uri="{C183D7F6-B498-43B3-948B-1728B52AA6E4}">
                <adec:decorative xmlns:adec="http://schemas.microsoft.com/office/drawing/2017/decorative"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id="{7B411F9F-F6BC-F478-88A0-0AF30BCEC343}"/>
              </a:ext>
              <a:ext uri="{C183D7F6-B498-43B3-948B-1728B52AA6E4}">
                <adec:decorative xmlns:adec="http://schemas.microsoft.com/office/drawing/2017/decorative"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id="{39A85FE8-16E3-07FD-D652-44BE3227E955}"/>
              </a:ext>
              <a:ext uri="{C183D7F6-B498-43B3-948B-1728B52AA6E4}">
                <adec:decorative xmlns:adec="http://schemas.microsoft.com/office/drawing/2017/decorative"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22" name="Freeform: Shape 121">
            <a:extLst>
              <a:ext uri="{FF2B5EF4-FFF2-40B4-BE49-F238E27FC236}">
                <a16:creationId xmlns:a16="http://schemas.microsoft.com/office/drawing/2014/main" id="{FD1F201A-85AF-9647-262F-004EDD5B0182}"/>
              </a:ext>
              <a:ext uri="{C183D7F6-B498-43B3-948B-1728B52AA6E4}">
                <adec:decorative xmlns:adec="http://schemas.microsoft.com/office/drawing/2017/decorative"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id="{19191A5F-CAD5-B97C-12E0-E3AAA409C1B5}"/>
              </a:ext>
              <a:ext uri="{C183D7F6-B498-43B3-948B-1728B52AA6E4}">
                <adec:decorative xmlns:adec="http://schemas.microsoft.com/office/drawing/2017/decorative"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id="{D60114E2-7A9A-35E3-438C-C2853494FC6D}"/>
              </a:ext>
              <a:ext uri="{C183D7F6-B498-43B3-948B-1728B52AA6E4}">
                <adec:decorative xmlns:adec="http://schemas.microsoft.com/office/drawing/2017/decorative"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id="{E993F7EE-BE8B-FF59-4F03-7FB736348232}"/>
              </a:ext>
              <a:ext uri="{C183D7F6-B498-43B3-948B-1728B52AA6E4}">
                <adec:decorative xmlns:adec="http://schemas.microsoft.com/office/drawing/2017/decorative"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id="{593235B0-5D7F-B56B-DEB2-887F609D33A4}"/>
              </a:ext>
              <a:ext uri="{C183D7F6-B498-43B3-948B-1728B52AA6E4}">
                <adec:decorative xmlns:adec="http://schemas.microsoft.com/office/drawing/2017/decorative"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id="{1008B28D-4279-46E8-B804-2ABB2870C85E}"/>
              </a:ext>
              <a:ext uri="{C183D7F6-B498-43B3-948B-1728B52AA6E4}">
                <adec:decorative xmlns:adec="http://schemas.microsoft.com/office/drawing/2017/decorative"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id="{09E37C6B-3A35-4F4C-02C4-B7A866324518}"/>
              </a:ext>
              <a:ext uri="{C183D7F6-B498-43B3-948B-1728B52AA6E4}">
                <adec:decorative xmlns:adec="http://schemas.microsoft.com/office/drawing/2017/decorative"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id="{12E084CA-4AA2-653D-6A29-1261BA83AD54}"/>
              </a:ext>
              <a:ext uri="{C183D7F6-B498-43B3-948B-1728B52AA6E4}">
                <adec:decorative xmlns:adec="http://schemas.microsoft.com/office/drawing/2017/decorative"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id="{6186F47C-7DE5-D468-4A2A-D3D8D8B1EC6C}"/>
              </a:ext>
              <a:ext uri="{C183D7F6-B498-43B3-948B-1728B52AA6E4}">
                <adec:decorative xmlns:adec="http://schemas.microsoft.com/office/drawing/2017/decorative"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50" name="Freeform: Shape 149">
            <a:extLst>
              <a:ext uri="{FF2B5EF4-FFF2-40B4-BE49-F238E27FC236}">
                <a16:creationId xmlns:a16="http://schemas.microsoft.com/office/drawing/2014/main" id="{DA66B883-225D-7C75-E912-3C7F606621BA}"/>
              </a:ext>
              <a:ext uri="{C183D7F6-B498-43B3-948B-1728B52AA6E4}">
                <adec:decorative xmlns:adec="http://schemas.microsoft.com/office/drawing/2017/decorative"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id="{2ADA00DF-5BE6-9F6B-914D-A213958D1E5D}"/>
              </a:ext>
              <a:ext uri="{C183D7F6-B498-43B3-948B-1728B52AA6E4}">
                <adec:decorative xmlns:adec="http://schemas.microsoft.com/office/drawing/2017/decorative"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id="{0A275925-0910-FE1C-E160-50183537415F}"/>
              </a:ext>
              <a:ext uri="{C183D7F6-B498-43B3-948B-1728B52AA6E4}">
                <adec:decorative xmlns:adec="http://schemas.microsoft.com/office/drawing/2017/decorative"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id="{7BF99917-118B-C612-CA91-2F92DD9615C0}"/>
              </a:ext>
              <a:ext uri="{C183D7F6-B498-43B3-948B-1728B52AA6E4}">
                <adec:decorative xmlns:adec="http://schemas.microsoft.com/office/drawing/2017/decorative"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id="{0C99E0A7-D89A-EBBF-E60D-C434198E238F}"/>
              </a:ext>
              <a:ext uri="{C183D7F6-B498-43B3-948B-1728B52AA6E4}">
                <adec:decorative xmlns:adec="http://schemas.microsoft.com/office/drawing/2017/decorative"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id="{916C5204-C528-0D74-D33F-DEA5EA10838C}"/>
              </a:ext>
              <a:ext uri="{C183D7F6-B498-43B3-948B-1728B52AA6E4}">
                <adec:decorative xmlns:adec="http://schemas.microsoft.com/office/drawing/2017/decorative"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id="{CF27B634-0DEA-50F4-8A40-884D256A7841}"/>
              </a:ext>
              <a:ext uri="{C183D7F6-B498-43B3-948B-1728B52AA6E4}">
                <adec:decorative xmlns:adec="http://schemas.microsoft.com/office/drawing/2017/decorative"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0AB7BA9D-85E2-336C-0D1A-2B703041C47B}"/>
              </a:ext>
              <a:ext uri="{C183D7F6-B498-43B3-948B-1728B52AA6E4}">
                <adec:decorative xmlns:adec="http://schemas.microsoft.com/office/drawing/2017/decorative"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id="{B8C67C8C-2535-CC2A-ACF1-A7C1BDC69A22}"/>
              </a:ext>
              <a:ext uri="{C183D7F6-B498-43B3-948B-1728B52AA6E4}">
                <adec:decorative xmlns:adec="http://schemas.microsoft.com/office/drawing/2017/decorative"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id="{CB6B37B1-C09C-EC21-9D93-B39CAEA4F943}"/>
              </a:ext>
              <a:ext uri="{C183D7F6-B498-43B3-948B-1728B52AA6E4}">
                <adec:decorative xmlns:adec="http://schemas.microsoft.com/office/drawing/2017/decorative"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id="{64ABABA1-B100-D69E-8250-FF63CDB800F4}"/>
              </a:ext>
              <a:ext uri="{C183D7F6-B498-43B3-948B-1728B52AA6E4}">
                <adec:decorative xmlns:adec="http://schemas.microsoft.com/office/drawing/2017/decorative"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8" name="Freeform: Shape 87">
            <a:extLst>
              <a:ext uri="{FF2B5EF4-FFF2-40B4-BE49-F238E27FC236}">
                <a16:creationId xmlns:a16="http://schemas.microsoft.com/office/drawing/2014/main" id="{B327B533-FD5D-EBE4-5AED-8998F946C03B}"/>
              </a:ext>
              <a:ext uri="{C183D7F6-B498-43B3-948B-1728B52AA6E4}">
                <adec:decorative xmlns:adec="http://schemas.microsoft.com/office/drawing/2017/decorative"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6" name="Freeform: Shape 85">
            <a:extLst>
              <a:ext uri="{FF2B5EF4-FFF2-40B4-BE49-F238E27FC236}">
                <a16:creationId xmlns:a16="http://schemas.microsoft.com/office/drawing/2014/main" id="{1C345962-FEA2-180A-DB15-B7ED350D52FF}"/>
              </a:ext>
              <a:ext uri="{C183D7F6-B498-43B3-948B-1728B52AA6E4}">
                <adec:decorative xmlns:adec="http://schemas.microsoft.com/office/drawing/2017/decorative"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id="{EFA4E5F9-7D20-5CDC-F380-74E9758330E0}"/>
              </a:ext>
              <a:ext uri="{C183D7F6-B498-43B3-948B-1728B52AA6E4}">
                <adec:decorative xmlns:adec="http://schemas.microsoft.com/office/drawing/2017/decorative"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id="{4E222A49-6F55-DFB2-9C4D-9D78E2A9E350}"/>
              </a:ext>
              <a:ext uri="{C183D7F6-B498-43B3-948B-1728B52AA6E4}">
                <adec:decorative xmlns:adec="http://schemas.microsoft.com/office/drawing/2017/decorative"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967BAD04-34B2-1126-082E-82C66C20D3A6}"/>
              </a:ext>
              <a:ext uri="{C183D7F6-B498-43B3-948B-1728B52AA6E4}">
                <adec:decorative xmlns:adec="http://schemas.microsoft.com/office/drawing/2017/decorative"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9B0D6A3-1B90-7554-3B27-F38F114CC5A8}"/>
              </a:ext>
              <a:ext uri="{C183D7F6-B498-43B3-948B-1728B52AA6E4}">
                <adec:decorative xmlns:adec="http://schemas.microsoft.com/office/drawing/2017/decorative"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9279D8F-A11A-D9A4-E43F-D035F78B13C4}"/>
              </a:ext>
              <a:ext uri="{C183D7F6-B498-43B3-948B-1728B52AA6E4}">
                <adec:decorative xmlns:adec="http://schemas.microsoft.com/office/drawing/2017/decorative"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id="{6F6B640D-09BC-6521-8118-0D4379EB1776}"/>
              </a:ext>
              <a:ext uri="{C183D7F6-B498-43B3-948B-1728B52AA6E4}">
                <adec:decorative xmlns:adec="http://schemas.microsoft.com/office/drawing/2017/decorative"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id="{0FEADFF3-333C-458E-9DAF-C0E8F9391E30}"/>
              </a:ext>
              <a:ext uri="{C183D7F6-B498-43B3-948B-1728B52AA6E4}">
                <adec:decorative xmlns:adec="http://schemas.microsoft.com/office/drawing/2017/decorative"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id="{40A7EF52-0962-1515-11AF-88CEABB3F772}"/>
              </a:ext>
              <a:ext uri="{C183D7F6-B498-43B3-948B-1728B52AA6E4}">
                <adec:decorative xmlns:adec="http://schemas.microsoft.com/office/drawing/2017/decorative"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08" name="Freeform: Shape 107">
            <a:extLst>
              <a:ext uri="{FF2B5EF4-FFF2-40B4-BE49-F238E27FC236}">
                <a16:creationId xmlns:a16="http://schemas.microsoft.com/office/drawing/2014/main" id="{08C0C05F-2169-A797-F8AA-EEDFC3A18B5C}"/>
              </a:ext>
              <a:ext uri="{C183D7F6-B498-43B3-948B-1728B52AA6E4}">
                <adec:decorative xmlns:adec="http://schemas.microsoft.com/office/drawing/2017/decorative"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id="{728E2F04-6849-B232-58D9-29CD775B6981}"/>
              </a:ext>
              <a:ext uri="{C183D7F6-B498-43B3-948B-1728B52AA6E4}">
                <adec:decorative xmlns:adec="http://schemas.microsoft.com/office/drawing/2017/decorative"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id="{8688104A-49A9-B5E6-81A3-967CEC8FC566}"/>
              </a:ext>
              <a:ext uri="{C183D7F6-B498-43B3-948B-1728B52AA6E4}">
                <adec:decorative xmlns:adec="http://schemas.microsoft.com/office/drawing/2017/decorative"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id="{B7DFD883-8D4B-8662-1461-393E3B28FC07}"/>
              </a:ext>
              <a:ext uri="{C183D7F6-B498-43B3-948B-1728B52AA6E4}">
                <adec:decorative xmlns:adec="http://schemas.microsoft.com/office/drawing/2017/decorative"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80FD9E3B-0736-9FEE-8455-404242976923}"/>
              </a:ext>
              <a:ext uri="{C183D7F6-B498-43B3-948B-1728B52AA6E4}">
                <adec:decorative xmlns:adec="http://schemas.microsoft.com/office/drawing/2017/decorative"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2" name="Freeform: Shape 111">
            <a:extLst>
              <a:ext uri="{FF2B5EF4-FFF2-40B4-BE49-F238E27FC236}">
                <a16:creationId xmlns:a16="http://schemas.microsoft.com/office/drawing/2014/main" id="{67AB777D-1DE4-994E-452B-5BE83BACF672}"/>
              </a:ext>
              <a:ext uri="{C183D7F6-B498-43B3-948B-1728B52AA6E4}">
                <adec:decorative xmlns:adec="http://schemas.microsoft.com/office/drawing/2017/decorative"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id="{7446CC67-B78F-E080-6694-8C4693801FD1}"/>
              </a:ext>
              <a:ext uri="{C183D7F6-B498-43B3-948B-1728B52AA6E4}">
                <adec:decorative xmlns:adec="http://schemas.microsoft.com/office/drawing/2017/decorative"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id="{C346C801-EEE3-9CC0-6A91-D117DB613047}"/>
              </a:ext>
              <a:ext uri="{C183D7F6-B498-43B3-948B-1728B52AA6E4}">
                <adec:decorative xmlns:adec="http://schemas.microsoft.com/office/drawing/2017/decorative"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id="{24BE795E-8365-B994-046B-9D271CFCF887}"/>
              </a:ext>
              <a:ext uri="{C183D7F6-B498-43B3-948B-1728B52AA6E4}">
                <adec:decorative xmlns:adec="http://schemas.microsoft.com/office/drawing/2017/decorative"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id="{C5BAAB74-D916-903C-92F2-09930639044D}"/>
              </a:ext>
              <a:ext uri="{C183D7F6-B498-43B3-948B-1728B52AA6E4}">
                <adec:decorative xmlns:adec="http://schemas.microsoft.com/office/drawing/2017/decorative"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id="{5A00C607-5F87-E960-C0D5-15A84D4EC10D}"/>
              </a:ext>
              <a:ext uri="{C183D7F6-B498-43B3-948B-1728B52AA6E4}">
                <adec:decorative xmlns:adec="http://schemas.microsoft.com/office/drawing/2017/decorative"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4/16/2026</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880959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942E9C-4A15-5D73-5BCA-65B0A79BE9C2}"/>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B0163F3-406D-A09C-CDA9-FEF96D6EEDF1}"/>
              </a:ext>
              <a:ext uri="{C183D7F6-B498-43B3-948B-1728B52AA6E4}">
                <adec:decorative xmlns:adec="http://schemas.microsoft.com/office/drawing/2017/decorative"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8E696A5-9505-601B-9447-A0A0AB9C93A8}"/>
              </a:ext>
              <a:ext uri="{C183D7F6-B498-43B3-948B-1728B52AA6E4}">
                <adec:decorative xmlns:adec="http://schemas.microsoft.com/office/drawing/2017/decorative"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C9A0AC8A-D9C1-484A-846B-7D45E11C77C4}"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4660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D41AC2-AFCB-3880-F759-5327418A5012}"/>
              </a:ext>
              <a:ext uri="{C183D7F6-B498-43B3-948B-1728B52AA6E4}">
                <adec:decorative xmlns:adec="http://schemas.microsoft.com/office/drawing/2017/decorative"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C7362EE-811D-EE1D-E37E-9E3CED2B9BE4}"/>
              </a:ext>
              <a:ext uri="{C183D7F6-B498-43B3-948B-1728B52AA6E4}">
                <adec:decorative xmlns:adec="http://schemas.microsoft.com/office/drawing/2017/decorative"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D90205D-97FE-D5AC-474C-B153B2A23EEA}"/>
              </a:ext>
              <a:ext uri="{C183D7F6-B498-43B3-948B-1728B52AA6E4}">
                <adec:decorative xmlns:adec="http://schemas.microsoft.com/office/drawing/2017/decorative"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 name="Freeform: Shape 10">
            <a:extLst>
              <a:ext uri="{FF2B5EF4-FFF2-40B4-BE49-F238E27FC236}">
                <a16:creationId xmlns:a16="http://schemas.microsoft.com/office/drawing/2014/main" id="{4066F6C7-E055-B3D9-46E2-0E7C0BC85C2C}"/>
              </a:ext>
              <a:ext uri="{C183D7F6-B498-43B3-948B-1728B52AA6E4}">
                <adec:decorative xmlns:adec="http://schemas.microsoft.com/office/drawing/2017/decorative"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426789C1-6725-E700-2ED3-D8983D17FF51}"/>
              </a:ext>
              <a:ext uri="{C183D7F6-B498-43B3-948B-1728B52AA6E4}">
                <adec:decorative xmlns:adec="http://schemas.microsoft.com/office/drawing/2017/decorative"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B8AE3CD-BC0B-DF0B-4487-A975E6AFA03E}"/>
              </a:ext>
              <a:ext uri="{C183D7F6-B498-43B3-948B-1728B52AA6E4}">
                <adec:decorative xmlns:adec="http://schemas.microsoft.com/office/drawing/2017/decorative"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3F06EE7B-CD9E-D8DF-3E28-A9AB16E67DD0}"/>
              </a:ext>
              <a:ext uri="{C183D7F6-B498-43B3-948B-1728B52AA6E4}">
                <adec:decorative xmlns:adec="http://schemas.microsoft.com/office/drawing/2017/decorative"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6FD69004-B723-48FB-E8E6-04037E341A70}"/>
              </a:ext>
              <a:ext uri="{C183D7F6-B498-43B3-948B-1728B52AA6E4}">
                <adec:decorative xmlns:adec="http://schemas.microsoft.com/office/drawing/2017/decorative"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4F85D812-24CF-9C81-0CC5-75EE25DDEBB2}"/>
              </a:ext>
              <a:ext uri="{C183D7F6-B498-43B3-948B-1728B52AA6E4}">
                <adec:decorative xmlns:adec="http://schemas.microsoft.com/office/drawing/2017/decorative"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4268251" y="6356350"/>
            <a:ext cx="451699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t>4/16/2026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745811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53DCB2A-74FB-98D7-AD44-39E11E850633}"/>
              </a:ext>
              <a:ext uri="{C183D7F6-B498-43B3-948B-1728B52AA6E4}">
                <adec:decorative xmlns:adec="http://schemas.microsoft.com/office/drawing/2017/decorative"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8062452" y="6356350"/>
            <a:ext cx="241969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18329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0ACE127-21AD-578F-515A-685592D1DB2D}"/>
              </a:ext>
              <a:ext uri="{C183D7F6-B498-43B3-948B-1728B52AA6E4}">
                <adec:decorative xmlns:adec="http://schemas.microsoft.com/office/drawing/2017/decorative"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5434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12D68A4-B9FA-15E7-C2CD-8E6072BD49D6}"/>
              </a:ext>
              <a:ext uri="{C183D7F6-B498-43B3-948B-1728B52AA6E4}">
                <adec:decorative xmlns:adec="http://schemas.microsoft.com/office/drawing/2017/decorative"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id="{D8AB250D-0035-2F41-E269-5C87087E928C}"/>
              </a:ext>
              <a:ext uri="{C183D7F6-B498-43B3-948B-1728B52AA6E4}">
                <adec:decorative xmlns:adec="http://schemas.microsoft.com/office/drawing/2017/decorative"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dirty="0"/>
            </a:p>
          </p:txBody>
        </p:sp>
        <p:sp>
          <p:nvSpPr>
            <p:cNvPr id="38" name="Freeform 60">
              <a:extLst>
                <a:ext uri="{FF2B5EF4-FFF2-40B4-BE49-F238E27FC236}">
                  <a16:creationId xmlns:a16="http://schemas.microsoft.com/office/drawing/2014/main"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4/16/2026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1752135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AECC54F-60B3-CF02-7F99-4B04FB07C16A}"/>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92F46256-ACE9-B269-5E62-178C2524FCF4}"/>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895374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4E015C3-4DF6-A26E-D9C3-5CFD69767139}"/>
              </a:ext>
              <a:ext uri="{C183D7F6-B498-43B3-948B-1728B52AA6E4}">
                <adec:decorative xmlns:adec="http://schemas.microsoft.com/office/drawing/2017/decorative"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79E8C5D6-C772-B3D5-BBFC-1B2E163206B7}"/>
              </a:ext>
              <a:ext uri="{C183D7F6-B498-43B3-948B-1728B52AA6E4}">
                <adec:decorative xmlns:adec="http://schemas.microsoft.com/office/drawing/2017/decorative"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13" name="Freeform: Shape 12">
            <a:extLst>
              <a:ext uri="{FF2B5EF4-FFF2-40B4-BE49-F238E27FC236}">
                <a16:creationId xmlns:a16="http://schemas.microsoft.com/office/drawing/2014/main" id="{19AB58D7-77A4-8551-E382-0D3FA88B9E3F}"/>
              </a:ext>
              <a:ext uri="{C183D7F6-B498-43B3-948B-1728B52AA6E4}">
                <adec:decorative xmlns:adec="http://schemas.microsoft.com/office/drawing/2017/decorative"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0FCCACB6-6FD8-D232-5B58-C42FF22D3D76}"/>
              </a:ext>
              <a:ext uri="{C183D7F6-B498-43B3-948B-1728B52AA6E4}">
                <adec:decorative xmlns:adec="http://schemas.microsoft.com/office/drawing/2017/decorative"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4/16/2026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284549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A54959C5-839D-458D-49DA-8895CDC839DE}"/>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11428086-26DA-6ADA-4033-D50C8D140391}"/>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5348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D05789-C063-1600-D4F9-F294CFAFAF6D}"/>
              </a:ext>
              <a:ext uri="{C183D7F6-B498-43B3-948B-1728B52AA6E4}">
                <adec:decorative xmlns:adec="http://schemas.microsoft.com/office/drawing/2017/decorative"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dirty="0"/>
            </a:p>
          </p:txBody>
        </p:sp>
        <p:sp>
          <p:nvSpPr>
            <p:cNvPr id="44" name="Freeform 60">
              <a:extLst>
                <a:ext uri="{FF2B5EF4-FFF2-40B4-BE49-F238E27FC236}">
                  <a16:creationId xmlns:a16="http://schemas.microsoft.com/office/drawing/2014/main"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FDF61B52-A50C-4388-9B96-93E5EA151847}"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a:noFill/>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252555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6D5F63-6854-D3E2-F1D6-3DE263380E59}"/>
              </a:ext>
              <a:ext uri="{C183D7F6-B498-43B3-948B-1728B52AA6E4}">
                <adec:decorative xmlns:adec="http://schemas.microsoft.com/office/drawing/2017/decorative"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2254D9B-7042-EA9E-A5B9-823698BC11BA}"/>
              </a:ext>
              <a:ext uri="{C183D7F6-B498-43B3-948B-1728B52AA6E4}">
                <adec:decorative xmlns:adec="http://schemas.microsoft.com/office/drawing/2017/decorative"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17F65144-9922-4120-85C9-550CA76E5CEA}"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0991408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907222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6634937"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54B96E6-7A65-76BD-84C9-9521E292958D}"/>
              </a:ext>
            </a:extLst>
          </p:cNvPr>
          <p:cNvSpPr>
            <a:spLocks noGrp="1"/>
          </p:cNvSpPr>
          <p:nvPr>
            <p:ph sz="quarter" idx="14"/>
          </p:nvPr>
        </p:nvSpPr>
        <p:spPr>
          <a:xfrm>
            <a:off x="514350" y="1701800"/>
            <a:ext cx="6634163"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031006" y="6356350"/>
            <a:ext cx="1618142" cy="365125"/>
          </a:xfrm>
        </p:spPr>
        <p:txBody>
          <a:bodyPr/>
          <a:lstStyle/>
          <a:p>
            <a:fld id="{DE0C4980-27E8-4C63-986F-653C2548855D}"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6705943" y="6356350"/>
            <a:ext cx="443002" cy="365125"/>
          </a:xfrm>
        </p:spPr>
        <p:txBody>
          <a:bodyPr/>
          <a:lstStyle/>
          <a:p>
            <a:fld id="{7604640D-0255-40E7-9767-A88F9D8B1142}" type="slidenum">
              <a:rPr lang="en-US" smtClean="0"/>
              <a:t>‹#›</a:t>
            </a:fld>
            <a:endParaRPr lang="en-US"/>
          </a:p>
        </p:txBody>
      </p:sp>
      <p:sp>
        <p:nvSpPr>
          <p:cNvPr id="9" name="Picture Placeholder 8">
            <a:extLst>
              <a:ext uri="{FF2B5EF4-FFF2-40B4-BE49-F238E27FC236}">
                <a16:creationId xmlns:a16="http://schemas.microsoft.com/office/drawing/2014/main" id="{4F6C4F6F-BB01-5608-E259-C096F136D29B}"/>
              </a:ext>
            </a:extLst>
          </p:cNvPr>
          <p:cNvSpPr>
            <a:spLocks noGrp="1"/>
          </p:cNvSpPr>
          <p:nvPr>
            <p:ph type="pic" sz="quarter" idx="13" hasCustomPrompt="1"/>
          </p:nvPr>
        </p:nvSpPr>
        <p:spPr>
          <a:xfrm>
            <a:off x="7729737" y="2"/>
            <a:ext cx="4462262" cy="6857999"/>
          </a:xfrm>
          <a:custGeom>
            <a:avLst/>
            <a:gdLst>
              <a:gd name="connsiteX0" fmla="*/ 123745 w 4462262"/>
              <a:gd name="connsiteY0" fmla="*/ 0 h 6857999"/>
              <a:gd name="connsiteX1" fmla="*/ 4462262 w 4462262"/>
              <a:gd name="connsiteY1" fmla="*/ 0 h 6857999"/>
              <a:gd name="connsiteX2" fmla="*/ 4462262 w 4462262"/>
              <a:gd name="connsiteY2" fmla="*/ 6857999 h 6857999"/>
              <a:gd name="connsiteX3" fmla="*/ 1662 w 4462262"/>
              <a:gd name="connsiteY3" fmla="*/ 6857999 h 6857999"/>
              <a:gd name="connsiteX4" fmla="*/ 10391 w 4462262"/>
              <a:gd name="connsiteY4" fmla="*/ 5887936 h 6857999"/>
              <a:gd name="connsiteX5" fmla="*/ 107535 w 4462262"/>
              <a:gd name="connsiteY5" fmla="*/ 68146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2262" h="6857999">
                <a:moveTo>
                  <a:pt x="123745" y="0"/>
                </a:moveTo>
                <a:lnTo>
                  <a:pt x="4462262" y="0"/>
                </a:lnTo>
                <a:lnTo>
                  <a:pt x="4462262" y="6857999"/>
                </a:lnTo>
                <a:lnTo>
                  <a:pt x="1662" y="6857999"/>
                </a:lnTo>
                <a:cubicBezTo>
                  <a:pt x="-6511" y="6576209"/>
                  <a:pt x="18564" y="6169726"/>
                  <a:pt x="10391" y="5887936"/>
                </a:cubicBezTo>
                <a:cubicBezTo>
                  <a:pt x="4092" y="4214435"/>
                  <a:pt x="60501" y="2550973"/>
                  <a:pt x="107535" y="681460"/>
                </a:cubicBez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17482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089400"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1630D43-CCFB-47B8-9884-EE54AF3C65A8}"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44072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t>‹#›</a:t>
            </a:fld>
            <a:endParaRPr lang="en-US"/>
          </a:p>
        </p:txBody>
      </p:sp>
      <p:sp>
        <p:nvSpPr>
          <p:cNvPr id="10" name="Picture Placeholder 9">
            <a:extLst>
              <a:ext uri="{FF2B5EF4-FFF2-40B4-BE49-F238E27FC236}">
                <a16:creationId xmlns:a16="http://schemas.microsoft.com/office/drawing/2014/main" id="{585317B4-1CF8-1499-822C-92908032285D}"/>
              </a:ext>
            </a:extLst>
          </p:cNvPr>
          <p:cNvSpPr>
            <a:spLocks noGrp="1"/>
          </p:cNvSpPr>
          <p:nvPr>
            <p:ph type="pic" sz="quarter" idx="13" hasCustomPrompt="1"/>
          </p:nvPr>
        </p:nvSpPr>
        <p:spPr>
          <a:xfrm>
            <a:off x="8671560" y="0"/>
            <a:ext cx="3520440"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3354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868610" y="6356350"/>
            <a:ext cx="3642353"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5945081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3637211"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t>‹#›</a:t>
            </a:fld>
            <a:endParaRPr lang="en-US"/>
          </a:p>
        </p:txBody>
      </p:sp>
      <p:sp>
        <p:nvSpPr>
          <p:cNvPr id="32" name="Picture Placeholder 31">
            <a:extLst>
              <a:ext uri="{FF2B5EF4-FFF2-40B4-BE49-F238E27FC236}">
                <a16:creationId xmlns:a16="http://schemas.microsoft.com/office/drawing/2014/main"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2287531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7168548" y="6356350"/>
            <a:ext cx="278156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973461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25127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t>‹#›</a:t>
            </a:fld>
            <a:endParaRPr lang="en-US"/>
          </a:p>
        </p:txBody>
      </p:sp>
      <p:sp>
        <p:nvSpPr>
          <p:cNvPr id="8" name="Picture Placeholder 7">
            <a:extLst>
              <a:ext uri="{FF2B5EF4-FFF2-40B4-BE49-F238E27FC236}">
                <a16:creationId xmlns:a16="http://schemas.microsoft.com/office/drawing/2014/main"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500651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7A81FDD-8526-98BE-9780-2AD0ADA0872F}"/>
              </a:ext>
              <a:ext uri="{C183D7F6-B498-43B3-948B-1728B52AA6E4}">
                <adec:decorative xmlns:adec="http://schemas.microsoft.com/office/drawing/2017/decorative"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79AD0E77-3FA6-4D5C-8F41-8C234FD1DD13}"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585335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E31556E-F346-91CE-ECCD-DAD608C459B0}"/>
              </a:ext>
            </a:extLst>
          </p:cNvPr>
          <p:cNvSpPr>
            <a:spLocks noGrp="1"/>
          </p:cNvSpPr>
          <p:nvPr>
            <p:ph type="pic" sz="quarter" idx="13" hasCustomPrompt="1"/>
          </p:nvPr>
        </p:nvSpPr>
        <p:spPr>
          <a:xfrm>
            <a:off x="0" y="0"/>
            <a:ext cx="12192000" cy="4359275"/>
          </a:xfrm>
          <a:blipFill>
            <a:blip r:embed="rId2">
              <a:alphaModFix amt="80000"/>
            </a:blip>
            <a:stretch>
              <a:fillRect/>
            </a:stretch>
          </a:blipFill>
        </p:spPr>
        <p:txBody>
          <a:bodyPr/>
          <a:lstStyle>
            <a:lvl1pPr marL="0" indent="0">
              <a:buNone/>
              <a:defRPr/>
            </a:lvl1pPr>
          </a:lstStyle>
          <a:p>
            <a:r>
              <a:rPr lang="en-US" dirty="0"/>
              <a:t> </a:t>
            </a:r>
          </a:p>
        </p:txBody>
      </p:sp>
      <p:sp>
        <p:nvSpPr>
          <p:cNvPr id="9" name="Content Placeholder 8">
            <a:extLst>
              <a:ext uri="{FF2B5EF4-FFF2-40B4-BE49-F238E27FC236}">
                <a16:creationId xmlns:a16="http://schemas.microsoft.com/office/drawing/2014/main"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EC9E9C6-5E99-488B-96FC-8AFFE37068F9}"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765021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2EEC213-3BAE-4B7B-AFDF-D1D75096E6BD}"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767760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04CB052-7A76-41DC-8AE6-4DA709D5058C}"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566136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28A7936-3821-8550-856A-8219FDA1DE44}"/>
              </a:ext>
              <a:ext uri="{C183D7F6-B498-43B3-948B-1728B52AA6E4}">
                <adec:decorative xmlns:adec="http://schemas.microsoft.com/office/drawing/2017/decorative"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94476C94-0B70-2840-EA43-AEFB32F3DE92}"/>
              </a:ext>
            </a:extLst>
          </p:cNvPr>
          <p:cNvSpPr>
            <a:spLocks noGrp="1"/>
          </p:cNvSpPr>
          <p:nvPr>
            <p:ph type="pic" sz="quarter" idx="13" hasCustomPrompt="1"/>
          </p:nvPr>
        </p:nvSpPr>
        <p:spPr>
          <a:xfrm>
            <a:off x="6274965" y="1928813"/>
            <a:ext cx="5369348" cy="3800475"/>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732125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01044DF-6EF9-695B-3698-25EF6AF1F74F}"/>
              </a:ext>
              <a:ext uri="{C183D7F6-B498-43B3-948B-1728B52AA6E4}">
                <adec:decorative xmlns:adec="http://schemas.microsoft.com/office/drawing/2017/decorative"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AC3123D9-9E54-4890-B20D-1DBA56058009}"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2260040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064B2103-B139-1D7C-829C-DD817DC9B519}"/>
              </a:ext>
              <a:ext uri="{C183D7F6-B498-43B3-948B-1728B52AA6E4}">
                <adec:decorative xmlns:adec="http://schemas.microsoft.com/office/drawing/2017/decorative"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9F168FE5-687E-4845-B230-C0EF0C17CE1D}"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774279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599793" y="6356349"/>
            <a:ext cx="423759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972300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710454" y="6356350"/>
            <a:ext cx="4081815"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t>4/16/2026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89592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FC29FB5-E10F-7221-2020-895876E6AE29}"/>
              </a:ext>
              <a:ext uri="{C183D7F6-B498-43B3-948B-1728B52AA6E4}">
                <adec:decorative xmlns:adec="http://schemas.microsoft.com/office/drawing/2017/decorative"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 name="Freeform: Shape 7">
            <a:extLst>
              <a:ext uri="{FF2B5EF4-FFF2-40B4-BE49-F238E27FC236}">
                <a16:creationId xmlns:a16="http://schemas.microsoft.com/office/drawing/2014/main" id="{746DBFF1-063E-1B28-AA74-BF5B34C5664E}"/>
              </a:ext>
              <a:ext uri="{C183D7F6-B498-43B3-948B-1728B52AA6E4}">
                <adec:decorative xmlns:adec="http://schemas.microsoft.com/office/drawing/2017/decorative"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4/16/2026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362356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6FE182-2349-60AE-1731-20822091CB60}"/>
              </a:ext>
              <a:ext uri="{C183D7F6-B498-43B3-948B-1728B52AA6E4}">
                <adec:decorative xmlns:adec="http://schemas.microsoft.com/office/drawing/2017/decorative"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494420A5-3FF7-4432-86C0-1FBEEEBDA496}"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556202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A84B128-EAFE-CEEB-B23C-AD7D9653930D}"/>
              </a:ext>
              <a:ext uri="{C183D7F6-B498-43B3-948B-1728B52AA6E4}">
                <adec:decorative xmlns:adec="http://schemas.microsoft.com/office/drawing/2017/decorative"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dirty="0">
              <a:solidFill>
                <a:schemeClr val="tx2"/>
              </a:solidFill>
            </a:endParaRPr>
          </a:p>
        </p:txBody>
      </p:sp>
      <p:sp>
        <p:nvSpPr>
          <p:cNvPr id="11" name="Freeform: Shape 10">
            <a:extLst>
              <a:ext uri="{FF2B5EF4-FFF2-40B4-BE49-F238E27FC236}">
                <a16:creationId xmlns:a16="http://schemas.microsoft.com/office/drawing/2014/main" id="{ACAF18CF-2BFB-87D0-2FA1-216EAECF68EF}"/>
              </a:ext>
              <a:ext uri="{C183D7F6-B498-43B3-948B-1728B52AA6E4}">
                <adec:decorative xmlns:adec="http://schemas.microsoft.com/office/drawing/2017/decorative"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t>4/16/2026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4104123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3BDFED9-D325-F229-5A66-AA5A224D2DD7}"/>
              </a:ext>
              <a:ext uri="{C183D7F6-B498-43B3-948B-1728B52AA6E4}">
                <adec:decorative xmlns:adec="http://schemas.microsoft.com/office/drawing/2017/decorative"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dirty="0">
              <a:solidFill>
                <a:schemeClr val="accent1">
                  <a:lumMod val="40000"/>
                  <a:lumOff val="60000"/>
                </a:schemeClr>
              </a:solidFill>
            </a:endParaRPr>
          </a:p>
        </p:txBody>
      </p:sp>
      <p:sp>
        <p:nvSpPr>
          <p:cNvPr id="11" name="Freeform: Shape 10">
            <a:extLst>
              <a:ext uri="{FF2B5EF4-FFF2-40B4-BE49-F238E27FC236}">
                <a16:creationId xmlns:a16="http://schemas.microsoft.com/office/drawing/2014/main" id="{33D5E668-6253-B332-E8A6-C48009AC9885}"/>
              </a:ext>
              <a:ext uri="{C183D7F6-B498-43B3-948B-1728B52AA6E4}">
                <adec:decorative xmlns:adec="http://schemas.microsoft.com/office/drawing/2017/decorative"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5717360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2F1757E-7B34-7CF0-E64B-F2200F13F08B}"/>
              </a:ext>
              <a:ext uri="{C183D7F6-B498-43B3-948B-1728B52AA6E4}">
                <adec:decorative xmlns:adec="http://schemas.microsoft.com/office/drawing/2017/decorative"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7726658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DFD9A90-B740-21B2-980D-4DACAA2AEF6F}"/>
              </a:ext>
              <a:ext uri="{C183D7F6-B498-43B3-948B-1728B52AA6E4}">
                <adec:decorative xmlns:adec="http://schemas.microsoft.com/office/drawing/2017/decorative"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048972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9395D2F-AACE-C638-087A-F6DCB3476C57}"/>
              </a:ext>
              <a:ext uri="{C183D7F6-B498-43B3-948B-1728B52AA6E4}">
                <adec:decorative xmlns:adec="http://schemas.microsoft.com/office/drawing/2017/decorative"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77D1309-9C8E-34D6-F272-B96B6BE44AC6}"/>
              </a:ext>
              <a:ext uri="{C183D7F6-B498-43B3-948B-1728B52AA6E4}">
                <adec:decorative xmlns:adec="http://schemas.microsoft.com/office/drawing/2017/decorative"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313185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2719EE-FD77-AA29-D5D1-903E7D12E10F}"/>
              </a:ext>
              <a:ext uri="{C183D7F6-B498-43B3-948B-1728B52AA6E4}">
                <adec:decorative xmlns:adec="http://schemas.microsoft.com/office/drawing/2017/decorative"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E77A3CA2-EE7D-436C-926E-EA34D51A802B}"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1126616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id="{4D3DFE56-0E8A-4C87-F542-CEA23EA01CC5}"/>
              </a:ext>
              <a:ext uri="{C183D7F6-B498-43B3-948B-1728B52AA6E4}">
                <adec:decorative xmlns:adec="http://schemas.microsoft.com/office/drawing/2017/decorative"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395D7B68-96AB-4013-9211-E86A5A647F83}"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645975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8B00753-8E70-FC05-984B-3F5013776CB2}"/>
              </a:ext>
              <a:ext uri="{C183D7F6-B498-43B3-948B-1728B52AA6E4}">
                <adec:decorative xmlns:adec="http://schemas.microsoft.com/office/drawing/2017/decorative"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AD91D6-AC13-F3BB-C7F9-4E30869E925E}"/>
              </a:ext>
              <a:ext uri="{C183D7F6-B498-43B3-948B-1728B52AA6E4}">
                <adec:decorative xmlns:adec="http://schemas.microsoft.com/office/drawing/2017/decorative"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890173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456E2FD-E6CA-800D-E35C-0228FC3DA755}"/>
              </a:ext>
              <a:ext uri="{C183D7F6-B498-43B3-948B-1728B52AA6E4}">
                <adec:decorative xmlns:adec="http://schemas.microsoft.com/office/drawing/2017/decorative"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F687EA0-9133-BD4B-74FB-9112C60EF823}"/>
              </a:ext>
              <a:ext uri="{C183D7F6-B498-43B3-948B-1728B52AA6E4}">
                <adec:decorative xmlns:adec="http://schemas.microsoft.com/office/drawing/2017/decorative"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09031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430A407-687D-58D3-69B4-0B79A67AD6DF}"/>
              </a:ext>
            </a:extLst>
          </p:cNvPr>
          <p:cNvSpPr>
            <a:spLocks noGrp="1"/>
          </p:cNvSpPr>
          <p:nvPr>
            <p:ph type="dt" sz="half" idx="10"/>
          </p:nvPr>
        </p:nvSpPr>
        <p:spPr/>
        <p:txBody>
          <a:bodyPr/>
          <a:lstStyle/>
          <a:p>
            <a:fld id="{45EC1835-5496-45B5-8F41-446AEF95A0DA}" type="datetime1">
              <a:rPr lang="en-US" smtClean="0"/>
              <a:t>4/16/2026</a:t>
            </a:fld>
            <a:endParaRPr lang="en-US"/>
          </a:p>
        </p:txBody>
      </p:sp>
      <p:sp>
        <p:nvSpPr>
          <p:cNvPr id="7" name="Slide Number Placeholder 6">
            <a:extLst>
              <a:ext uri="{FF2B5EF4-FFF2-40B4-BE49-F238E27FC236}">
                <a16:creationId xmlns:a16="http://schemas.microsoft.com/office/drawing/2014/main" id="{BA086E3D-BC5A-E104-AD5E-8CCA83CDAF39}"/>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338062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F6F514D8-1385-7948-4F5E-C494C431C7DE}"/>
              </a:ext>
            </a:extLst>
          </p:cNvPr>
          <p:cNvSpPr>
            <a:spLocks noGrp="1"/>
          </p:cNvSpPr>
          <p:nvPr>
            <p:ph type="dt" sz="half" idx="10"/>
          </p:nvPr>
        </p:nvSpPr>
        <p:spPr/>
        <p:txBody>
          <a:bodyPr/>
          <a:lstStyle/>
          <a:p>
            <a:fld id="{E8BCE1D5-4475-4CA3-AC4D-379F98696CBC}" type="datetime1">
              <a:rPr lang="en-US" smtClean="0"/>
              <a:t>4/16/2026</a:t>
            </a:fld>
            <a:endParaRPr lang="en-US"/>
          </a:p>
        </p:txBody>
      </p:sp>
      <p:sp>
        <p:nvSpPr>
          <p:cNvPr id="9" name="Slide Number Placeholder 8">
            <a:extLst>
              <a:ext uri="{FF2B5EF4-FFF2-40B4-BE49-F238E27FC236}">
                <a16:creationId xmlns:a16="http://schemas.microsoft.com/office/drawing/2014/main" id="{91F09485-EDFB-B29B-E46B-F2C5C5F754D0}"/>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991147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2815-FC02-07B1-95E2-E66E7E8866D0}"/>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A024C0B-E02E-2BBF-C516-851E97BCADB4}"/>
              </a:ext>
            </a:extLst>
          </p:cNvPr>
          <p:cNvSpPr>
            <a:spLocks noGrp="1"/>
          </p:cNvSpPr>
          <p:nvPr>
            <p:ph type="dt" sz="half" idx="10"/>
          </p:nvPr>
        </p:nvSpPr>
        <p:spPr/>
        <p:txBody>
          <a:bodyPr/>
          <a:lstStyle/>
          <a:p>
            <a:fld id="{2857F88C-D673-425E-A1AD-F27D6612A7E9}" type="datetime1">
              <a:rPr lang="en-US" smtClean="0"/>
              <a:t>4/16/2026</a:t>
            </a:fld>
            <a:endParaRPr lang="en-US"/>
          </a:p>
        </p:txBody>
      </p:sp>
      <p:sp>
        <p:nvSpPr>
          <p:cNvPr id="5" name="Slide Number Placeholder 4">
            <a:extLst>
              <a:ext uri="{FF2B5EF4-FFF2-40B4-BE49-F238E27FC236}">
                <a16:creationId xmlns:a16="http://schemas.microsoft.com/office/drawing/2014/main" id="{4826BAE3-07C3-32B6-34F3-EE88D84B16F4}"/>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5467407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286CCE2D-0E18-AEA0-9A74-0D29F5776107}"/>
              </a:ext>
            </a:extLst>
          </p:cNvPr>
          <p:cNvSpPr>
            <a:spLocks noGrp="1"/>
          </p:cNvSpPr>
          <p:nvPr>
            <p:ph type="dt" sz="half" idx="10"/>
          </p:nvPr>
        </p:nvSpPr>
        <p:spPr/>
        <p:txBody>
          <a:bodyPr/>
          <a:lstStyle/>
          <a:p>
            <a:fld id="{31D2B8C3-BA11-4447-BED4-639F0E3C16FB}" type="datetime1">
              <a:rPr lang="en-US" smtClean="0"/>
              <a:t>4/16/2026</a:t>
            </a:fld>
            <a:endParaRPr lang="en-US"/>
          </a:p>
        </p:txBody>
      </p:sp>
      <p:sp>
        <p:nvSpPr>
          <p:cNvPr id="4" name="Slide Number Placeholder 3">
            <a:extLst>
              <a:ext uri="{FF2B5EF4-FFF2-40B4-BE49-F238E27FC236}">
                <a16:creationId xmlns:a16="http://schemas.microsoft.com/office/drawing/2014/main" id="{86B366BF-796E-5535-3E96-4C89F534939E}"/>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492874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CBE9BB46-88BB-4802-B648-31AB6402D61B}" type="datetime1">
              <a:rPr lang="en-US" smtClean="0"/>
              <a:t>4/16/2026</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81447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D1D1FD21-0986-D491-8FA8-6AC5CCF19121}"/>
              </a:ext>
            </a:extLst>
          </p:cNvPr>
          <p:cNvSpPr>
            <a:spLocks noGrp="1"/>
          </p:cNvSpPr>
          <p:nvPr>
            <p:ph type="pic" sz="quarter" idx="13" hasCustomPrompt="1"/>
          </p:nvPr>
        </p:nvSpPr>
        <p:spPr>
          <a:xfrm>
            <a:off x="5384800" y="812800"/>
            <a:ext cx="5970588" cy="5048250"/>
          </a:xfrm>
          <a:blipFill>
            <a:blip r:embed="rId2">
              <a:alphaModFix amt="80000"/>
            </a:blip>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33D0389E-3F96-4C57-8256-E1AE5F8359F3}" type="datetime1">
              <a:rPr lang="en-US" smtClean="0"/>
              <a:t>4/16/2026</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191491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FD76509-3F9A-43EB-ACB9-D2DC93AD0CFB}"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2403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678307C0-5A4D-4028-87F0-D7944102C3B0}"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3955148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8B94F97-DECF-9D08-B010-295E40EAA933}"/>
              </a:ext>
              <a:ext uri="{C183D7F6-B498-43B3-948B-1728B52AA6E4}">
                <adec:decorative xmlns:adec="http://schemas.microsoft.com/office/drawing/2017/decorative"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5D9601D-605E-4CAE-AB0F-5903F08ABD35}"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322590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4/16/2026</a:t>
            </a:fld>
            <a:endParaRPr lang="en-US" dirty="0"/>
          </a:p>
        </p:txBody>
      </p:sp>
      <p:sp>
        <p:nvSpPr>
          <p:cNvPr id="6" name="Slide Number Placeholder 5">
            <a:extLst>
              <a:ext uri="{FF2B5EF4-FFF2-40B4-BE49-F238E27FC236}">
                <a16:creationId xmlns:a16="http://schemas.microsoft.com/office/drawing/2014/main"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2119829267"/>
      </p:ext>
    </p:extLst>
  </p:cSld>
  <p:clrMap bg1="lt1" tx1="dk1" bg2="lt2" tx2="dk2" accent1="accent1" accent2="accent2" accent3="accent3" accent4="accent4" accent5="accent5" accent6="accent6" hlink="hlink" folHlink="folHlink"/>
  <p:sldLayoutIdLst>
    <p:sldLayoutId id="2147483823" r:id="rId1"/>
    <p:sldLayoutId id="2147483797" r:id="rId2"/>
    <p:sldLayoutId id="2147483821" r:id="rId3"/>
    <p:sldLayoutId id="2147483707" r:id="rId4"/>
    <p:sldLayoutId id="2147483718" r:id="rId5"/>
    <p:sldLayoutId id="2147483824" r:id="rId6"/>
    <p:sldLayoutId id="2147483680" r:id="rId7"/>
    <p:sldLayoutId id="2147483822" r:id="rId8"/>
    <p:sldLayoutId id="2147483825" r:id="rId9"/>
    <p:sldLayoutId id="2147483701" r:id="rId10"/>
    <p:sldLayoutId id="2147483689" r:id="rId11"/>
    <p:sldLayoutId id="2147483792" r:id="rId12"/>
    <p:sldLayoutId id="2147483793" r:id="rId13"/>
    <p:sldLayoutId id="2147483800" r:id="rId14"/>
    <p:sldLayoutId id="2147483809" r:id="rId15"/>
    <p:sldLayoutId id="2147483778" r:id="rId16"/>
    <p:sldLayoutId id="2147483796" r:id="rId17"/>
    <p:sldLayoutId id="2147483794" r:id="rId18"/>
    <p:sldLayoutId id="2147483786" r:id="rId19"/>
    <p:sldLayoutId id="2147483795" r:id="rId20"/>
    <p:sldLayoutId id="2147483801" r:id="rId21"/>
    <p:sldLayoutId id="2147483814" r:id="rId22"/>
    <p:sldLayoutId id="2147483813" r:id="rId23"/>
    <p:sldLayoutId id="2147483817" r:id="rId24"/>
    <p:sldLayoutId id="2147483744" r:id="rId25"/>
    <p:sldLayoutId id="2147483816" r:id="rId26"/>
    <p:sldLayoutId id="2147483815" r:id="rId27"/>
    <p:sldLayoutId id="2147483818" r:id="rId28"/>
    <p:sldLayoutId id="2147483819" r:id="rId29"/>
    <p:sldLayoutId id="2147483770" r:id="rId30"/>
    <p:sldLayoutId id="2147483737" r:id="rId31"/>
    <p:sldLayoutId id="2147483734" r:id="rId32"/>
    <p:sldLayoutId id="2147483812" r:id="rId33"/>
    <p:sldLayoutId id="2147483757" r:id="rId34"/>
    <p:sldLayoutId id="2147483765" r:id="rId35"/>
    <p:sldLayoutId id="2147483727" r:id="rId36"/>
    <p:sldLayoutId id="2147483743" r:id="rId37"/>
    <p:sldLayoutId id="2147483764" r:id="rId38"/>
    <p:sldLayoutId id="2147483693" r:id="rId39"/>
    <p:sldLayoutId id="2147483695" r:id="rId40"/>
    <p:sldLayoutId id="2147483696" r:id="rId41"/>
    <p:sldLayoutId id="2147483667" r:id="rId42"/>
    <p:sldLayoutId id="2147483686" r:id="rId43"/>
    <p:sldLayoutId id="2147483687" r:id="rId44"/>
    <p:sldLayoutId id="2147483694" r:id="rId45"/>
    <p:sldLayoutId id="2147483673" r:id="rId46"/>
    <p:sldLayoutId id="2147483668" r:id="rId47"/>
    <p:sldLayoutId id="2147483674" r:id="rId48"/>
    <p:sldLayoutId id="2147483675" r:id="rId49"/>
    <p:sldLayoutId id="2147483802" r:id="rId50"/>
    <p:sldLayoutId id="2147483803" r:id="rId51"/>
    <p:sldLayoutId id="2147483804" r:id="rId52"/>
    <p:sldLayoutId id="2147483805" r:id="rId53"/>
    <p:sldLayoutId id="2147483806" r:id="rId54"/>
    <p:sldLayoutId id="2147483807" r:id="rId55"/>
    <p:sldLayoutId id="2147483789" r:id="rId56"/>
    <p:sldLayoutId id="2147483810" r:id="rId57"/>
    <p:sldLayoutId id="2147483798" r:id="rId58"/>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bstract blurred public library with bookshelves">
            <a:extLst>
              <a:ext uri="{FF2B5EF4-FFF2-40B4-BE49-F238E27FC236}">
                <a16:creationId xmlns:a16="http://schemas.microsoft.com/office/drawing/2014/main" id="{2B8C0B78-5E85-CA55-4114-22484ACB1138}"/>
              </a:ext>
            </a:extLst>
          </p:cNvPr>
          <p:cNvPicPr>
            <a:picLocks noChangeAspect="1"/>
          </p:cNvPicPr>
          <p:nvPr/>
        </p:nvPicPr>
        <p:blipFill>
          <a:blip r:embed="rId3"/>
          <a:srcRect t="2771" b="12960"/>
          <a:stretch>
            <a:fillRect/>
          </a:stretch>
        </p:blipFill>
        <p:spPr>
          <a:xfrm>
            <a:off x="20" y="10"/>
            <a:ext cx="12191980" cy="685799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noFill/>
        </p:spPr>
      </p:pic>
      <p:sp>
        <p:nvSpPr>
          <p:cNvPr id="5" name="Title 4">
            <a:extLst>
              <a:ext uri="{FF2B5EF4-FFF2-40B4-BE49-F238E27FC236}">
                <a16:creationId xmlns:a16="http://schemas.microsoft.com/office/drawing/2014/main" id="{7DB3D4B9-7168-A4F8-49FB-7DCB525463EA}"/>
              </a:ext>
            </a:extLst>
          </p:cNvPr>
          <p:cNvSpPr>
            <a:spLocks noGrp="1"/>
          </p:cNvSpPr>
          <p:nvPr>
            <p:ph type="ctrTitle"/>
          </p:nvPr>
        </p:nvSpPr>
        <p:spPr>
          <a:xfrm>
            <a:off x="7925443" y="664143"/>
            <a:ext cx="3636190" cy="3298073"/>
          </a:xfrm>
        </p:spPr>
        <p:txBody>
          <a:bodyPr anchor="t">
            <a:normAutofit/>
          </a:bodyPr>
          <a:lstStyle/>
          <a:p>
            <a:r>
              <a:rPr lang="en-US"/>
              <a:t>Chapter One Bookstore</a:t>
            </a:r>
            <a:endParaRPr lang="en-US" dirty="0"/>
          </a:p>
        </p:txBody>
      </p:sp>
      <p:sp>
        <p:nvSpPr>
          <p:cNvPr id="6" name="Subtitle 5">
            <a:extLst>
              <a:ext uri="{FF2B5EF4-FFF2-40B4-BE49-F238E27FC236}">
                <a16:creationId xmlns:a16="http://schemas.microsoft.com/office/drawing/2014/main" id="{785721AD-F792-487E-A0B4-DF1E774754F1}"/>
              </a:ext>
            </a:extLst>
          </p:cNvPr>
          <p:cNvSpPr>
            <a:spLocks noGrp="1"/>
          </p:cNvSpPr>
          <p:nvPr>
            <p:ph type="subTitle" idx="1"/>
          </p:nvPr>
        </p:nvSpPr>
        <p:spPr>
          <a:xfrm>
            <a:off x="7925442" y="4437246"/>
            <a:ext cx="3636190" cy="1297632"/>
          </a:xfrm>
        </p:spPr>
        <p:txBody>
          <a:bodyPr vert="horz" lIns="91440" tIns="45720" rIns="91440" bIns="45720" rtlCol="0">
            <a:normAutofit/>
          </a:bodyPr>
          <a:lstStyle/>
          <a:p>
            <a:pPr>
              <a:lnSpc>
                <a:spcPct val="120000"/>
              </a:lnSpc>
            </a:pPr>
            <a:r>
              <a:rPr lang="en-US" sz="1100"/>
              <a:t>By</a:t>
            </a:r>
          </a:p>
          <a:p>
            <a:pPr>
              <a:lnSpc>
                <a:spcPct val="120000"/>
              </a:lnSpc>
            </a:pPr>
            <a:r>
              <a:rPr lang="en-US" sz="1100"/>
              <a:t>Alessandra Spino</a:t>
            </a:r>
          </a:p>
          <a:p>
            <a:pPr>
              <a:lnSpc>
                <a:spcPct val="120000"/>
              </a:lnSpc>
            </a:pPr>
            <a:r>
              <a:rPr lang="en-US" sz="1100"/>
              <a:t>&amp;</a:t>
            </a:r>
          </a:p>
          <a:p>
            <a:pPr>
              <a:lnSpc>
                <a:spcPct val="120000"/>
              </a:lnSpc>
            </a:pPr>
            <a:r>
              <a:rPr lang="en-US" sz="1100"/>
              <a:t>Denise Trimm</a:t>
            </a:r>
          </a:p>
        </p:txBody>
      </p:sp>
    </p:spTree>
    <p:extLst>
      <p:ext uri="{BB962C8B-B14F-4D97-AF65-F5344CB8AC3E}">
        <p14:creationId xmlns:p14="http://schemas.microsoft.com/office/powerpoint/2010/main" val="1256817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876C2-ED41-CA7F-5769-FF8B6EE517BE}"/>
              </a:ext>
            </a:extLst>
          </p:cNvPr>
          <p:cNvSpPr>
            <a:spLocks noGrp="1"/>
          </p:cNvSpPr>
          <p:nvPr>
            <p:ph type="title"/>
          </p:nvPr>
        </p:nvSpPr>
        <p:spPr>
          <a:xfrm>
            <a:off x="514008" y="451692"/>
            <a:ext cx="11191200" cy="1385575"/>
          </a:xfrm>
        </p:spPr>
        <p:txBody>
          <a:bodyPr/>
          <a:lstStyle/>
          <a:p>
            <a:r>
              <a:rPr lang="en-US"/>
              <a:t>E-Commerce Mock Storefront</a:t>
            </a:r>
          </a:p>
        </p:txBody>
      </p:sp>
      <p:sp>
        <p:nvSpPr>
          <p:cNvPr id="3" name="Content Placeholder 2">
            <a:extLst>
              <a:ext uri="{FF2B5EF4-FFF2-40B4-BE49-F238E27FC236}">
                <a16:creationId xmlns:a16="http://schemas.microsoft.com/office/drawing/2014/main" id="{D4A7DE18-1D33-430A-A783-22D624F12405}"/>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a:t>Online indie bookstore experience</a:t>
            </a:r>
          </a:p>
          <a:p>
            <a:r>
              <a:rPr lang="en-US" sz="2000"/>
              <a:t>Curated book browsing</a:t>
            </a:r>
            <a:endParaRPr lang="en-US" sz="2000" dirty="0"/>
          </a:p>
          <a:p>
            <a:r>
              <a:rPr lang="en-US" sz="2000"/>
              <a:t>Simple and enjoyable interface</a:t>
            </a:r>
            <a:endParaRPr lang="en-US" sz="2000" dirty="0"/>
          </a:p>
          <a:p>
            <a:r>
              <a:rPr lang="en-US" sz="2000"/>
              <a:t>Intro to e-commerce functionality</a:t>
            </a:r>
            <a:endParaRPr lang="en-US" sz="2000" dirty="0"/>
          </a:p>
          <a:p>
            <a:endParaRPr lang="en-US" dirty="0"/>
          </a:p>
        </p:txBody>
      </p:sp>
    </p:spTree>
    <p:extLst>
      <p:ext uri="{BB962C8B-B14F-4D97-AF65-F5344CB8AC3E}">
        <p14:creationId xmlns:p14="http://schemas.microsoft.com/office/powerpoint/2010/main" val="4271399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938A-4832-5C0A-7591-CD9AADED6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796BA-A013-324D-05EF-52EA060B2BE6}"/>
              </a:ext>
            </a:extLst>
          </p:cNvPr>
          <p:cNvSpPr>
            <a:spLocks noGrp="1"/>
          </p:cNvSpPr>
          <p:nvPr>
            <p:ph type="title"/>
          </p:nvPr>
        </p:nvSpPr>
        <p:spPr>
          <a:xfrm>
            <a:off x="514008" y="451692"/>
            <a:ext cx="11191200" cy="1385575"/>
          </a:xfrm>
        </p:spPr>
        <p:txBody>
          <a:bodyPr/>
          <a:lstStyle/>
          <a:p>
            <a:r>
              <a:rPr lang="en-US"/>
              <a:t>Mission</a:t>
            </a:r>
          </a:p>
        </p:txBody>
      </p:sp>
      <p:sp>
        <p:nvSpPr>
          <p:cNvPr id="3" name="Content Placeholder 2">
            <a:extLst>
              <a:ext uri="{FF2B5EF4-FFF2-40B4-BE49-F238E27FC236}">
                <a16:creationId xmlns:a16="http://schemas.microsoft.com/office/drawing/2014/main" id="{72A1F8AF-CC05-847D-501D-CE64E07F6047}"/>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a:t>Warm and welcoming experience</a:t>
            </a:r>
            <a:endParaRPr lang="en-US"/>
          </a:p>
          <a:p>
            <a:r>
              <a:rPr lang="en-US" sz="2000"/>
              <a:t>Discover new and familiar books</a:t>
            </a:r>
            <a:endParaRPr lang="en-US" sz="2000" dirty="0"/>
          </a:p>
          <a:p>
            <a:r>
              <a:rPr lang="en-US" sz="2000"/>
              <a:t>Thoughtful</a:t>
            </a:r>
            <a:r>
              <a:rPr lang="en-US" sz="2000" dirty="0"/>
              <a:t> curation</a:t>
            </a:r>
          </a:p>
          <a:p>
            <a:r>
              <a:rPr lang="en-US" sz="2000"/>
              <a:t>Simple and approachable design</a:t>
            </a:r>
            <a:endParaRPr lang="en-US" sz="2000" dirty="0"/>
          </a:p>
          <a:p>
            <a:endParaRPr lang="en-US" dirty="0"/>
          </a:p>
        </p:txBody>
      </p:sp>
    </p:spTree>
    <p:extLst>
      <p:ext uri="{BB962C8B-B14F-4D97-AF65-F5344CB8AC3E}">
        <p14:creationId xmlns:p14="http://schemas.microsoft.com/office/powerpoint/2010/main" val="959670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4493D-F13C-C844-5249-551A4A6C2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87F1F-7F7E-4435-8BEE-0EF8C8117525}"/>
              </a:ext>
            </a:extLst>
          </p:cNvPr>
          <p:cNvSpPr>
            <a:spLocks noGrp="1"/>
          </p:cNvSpPr>
          <p:nvPr>
            <p:ph type="title"/>
          </p:nvPr>
        </p:nvSpPr>
        <p:spPr>
          <a:xfrm>
            <a:off x="514008" y="451692"/>
            <a:ext cx="11191200" cy="1385575"/>
          </a:xfrm>
        </p:spPr>
        <p:txBody>
          <a:bodyPr/>
          <a:lstStyle/>
          <a:p>
            <a:r>
              <a:rPr lang="en-US"/>
              <a:t>Problem Definition</a:t>
            </a:r>
          </a:p>
        </p:txBody>
      </p:sp>
      <p:sp>
        <p:nvSpPr>
          <p:cNvPr id="3" name="Content Placeholder 2">
            <a:extLst>
              <a:ext uri="{FF2B5EF4-FFF2-40B4-BE49-F238E27FC236}">
                <a16:creationId xmlns:a16="http://schemas.microsoft.com/office/drawing/2014/main" id="{4734B0DF-FA92-5CF4-7453-84CDEB6354DC}"/>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a:t>Need for simple book browsing experience</a:t>
            </a:r>
            <a:endParaRPr lang="en-US"/>
          </a:p>
          <a:p>
            <a:r>
              <a:rPr lang="en-US" sz="2000" dirty="0"/>
              <a:t>Simulate basic e-</a:t>
            </a:r>
            <a:r>
              <a:rPr lang="en-US" sz="2000"/>
              <a:t>commerce interaction</a:t>
            </a:r>
            <a:endParaRPr lang="en-US" sz="2000" dirty="0"/>
          </a:p>
          <a:p>
            <a:r>
              <a:rPr lang="en-US" sz="2000"/>
              <a:t>Improve usability and accessibility</a:t>
            </a:r>
            <a:endParaRPr lang="en-US" sz="2000" dirty="0"/>
          </a:p>
          <a:p>
            <a:endParaRPr lang="en-US" dirty="0"/>
          </a:p>
        </p:txBody>
      </p:sp>
    </p:spTree>
    <p:extLst>
      <p:ext uri="{BB962C8B-B14F-4D97-AF65-F5344CB8AC3E}">
        <p14:creationId xmlns:p14="http://schemas.microsoft.com/office/powerpoint/2010/main" val="19519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F561-AE9B-1A18-F212-2C837251B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7C982-BF88-E844-FD2E-37595ACDF7A0}"/>
              </a:ext>
            </a:extLst>
          </p:cNvPr>
          <p:cNvSpPr>
            <a:spLocks noGrp="1"/>
          </p:cNvSpPr>
          <p:nvPr>
            <p:ph type="title"/>
          </p:nvPr>
        </p:nvSpPr>
        <p:spPr>
          <a:xfrm>
            <a:off x="514008" y="451692"/>
            <a:ext cx="11191200" cy="1385575"/>
          </a:xfrm>
        </p:spPr>
        <p:txBody>
          <a:bodyPr/>
          <a:lstStyle/>
          <a:p>
            <a:r>
              <a:rPr lang="en-US"/>
              <a:t>Target Audience</a:t>
            </a:r>
          </a:p>
        </p:txBody>
      </p:sp>
      <p:sp>
        <p:nvSpPr>
          <p:cNvPr id="3" name="Content Placeholder 2">
            <a:extLst>
              <a:ext uri="{FF2B5EF4-FFF2-40B4-BE49-F238E27FC236}">
                <a16:creationId xmlns:a16="http://schemas.microsoft.com/office/drawing/2014/main" id="{3F356BF1-CF54-1B9C-150A-AB470A25F305}"/>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a:t>Book lovers</a:t>
            </a:r>
            <a:endParaRPr lang="en-US"/>
          </a:p>
          <a:p>
            <a:r>
              <a:rPr lang="en-US" sz="2000" dirty="0"/>
              <a:t>Readers seeking reco</a:t>
            </a:r>
            <a:r>
              <a:rPr lang="en-US" sz="2000"/>
              <a:t>mmendations</a:t>
            </a:r>
            <a:endParaRPr lang="en-US" sz="2000" dirty="0"/>
          </a:p>
          <a:p>
            <a:r>
              <a:rPr lang="en-US" sz="2000"/>
              <a:t>Fans of curated selections</a:t>
            </a:r>
            <a:endParaRPr lang="en-US" sz="2000" dirty="0"/>
          </a:p>
          <a:p>
            <a:r>
              <a:rPr lang="en-US" sz="2000"/>
              <a:t>Supporters of independent bookstores</a:t>
            </a:r>
            <a:endParaRPr lang="en-US" sz="2000" dirty="0"/>
          </a:p>
          <a:p>
            <a:endParaRPr lang="en-US" dirty="0"/>
          </a:p>
        </p:txBody>
      </p:sp>
    </p:spTree>
    <p:extLst>
      <p:ext uri="{BB962C8B-B14F-4D97-AF65-F5344CB8AC3E}">
        <p14:creationId xmlns:p14="http://schemas.microsoft.com/office/powerpoint/2010/main" val="1531882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E9772-DC05-C2BC-2A71-037F121B8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26ACB-DBAC-B461-ECEF-281935295DA0}"/>
              </a:ext>
            </a:extLst>
          </p:cNvPr>
          <p:cNvSpPr>
            <a:spLocks noGrp="1"/>
          </p:cNvSpPr>
          <p:nvPr>
            <p:ph type="title"/>
          </p:nvPr>
        </p:nvSpPr>
        <p:spPr>
          <a:xfrm>
            <a:off x="514008" y="451692"/>
            <a:ext cx="11191200" cy="1385575"/>
          </a:xfrm>
        </p:spPr>
        <p:txBody>
          <a:bodyPr/>
          <a:lstStyle/>
          <a:p>
            <a:r>
              <a:rPr lang="en-US"/>
              <a:t>Functionality</a:t>
            </a:r>
          </a:p>
        </p:txBody>
      </p:sp>
      <p:sp>
        <p:nvSpPr>
          <p:cNvPr id="3" name="Content Placeholder 2">
            <a:extLst>
              <a:ext uri="{FF2B5EF4-FFF2-40B4-BE49-F238E27FC236}">
                <a16:creationId xmlns:a16="http://schemas.microsoft.com/office/drawing/2014/main" id="{8E5F62A5-063C-3994-0640-9A07063E0711}"/>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a:t>Browse books</a:t>
            </a:r>
            <a:endParaRPr lang="en-US"/>
          </a:p>
          <a:p>
            <a:r>
              <a:rPr lang="en-US" sz="2000"/>
              <a:t>Filter by genre</a:t>
            </a:r>
            <a:endParaRPr lang="en-US" sz="2000" dirty="0"/>
          </a:p>
          <a:p>
            <a:r>
              <a:rPr lang="en-US" sz="2000"/>
              <a:t>Add to cart</a:t>
            </a:r>
            <a:endParaRPr lang="en-US" sz="2000" dirty="0"/>
          </a:p>
          <a:p>
            <a:r>
              <a:rPr lang="en-US" sz="2000"/>
              <a:t>Adjust quantity</a:t>
            </a:r>
            <a:endParaRPr lang="en-US" sz="2000" dirty="0"/>
          </a:p>
          <a:p>
            <a:r>
              <a:rPr lang="en-US" sz="2000"/>
              <a:t>Dark/Light mode</a:t>
            </a:r>
            <a:endParaRPr lang="en-US" sz="2000" dirty="0"/>
          </a:p>
          <a:p>
            <a:r>
              <a:rPr lang="en-US" sz="2000"/>
              <a:t>Language toggle</a:t>
            </a:r>
            <a:endParaRPr lang="en-US" sz="2000" dirty="0"/>
          </a:p>
          <a:p>
            <a:endParaRPr lang="en-US" dirty="0"/>
          </a:p>
        </p:txBody>
      </p:sp>
    </p:spTree>
    <p:extLst>
      <p:ext uri="{BB962C8B-B14F-4D97-AF65-F5344CB8AC3E}">
        <p14:creationId xmlns:p14="http://schemas.microsoft.com/office/powerpoint/2010/main" val="2853585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5C161-C11D-10F4-FD04-2A2D2C8F1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0AC88-DDE9-56B0-FF40-B8EF1BFEFC63}"/>
              </a:ext>
            </a:extLst>
          </p:cNvPr>
          <p:cNvSpPr>
            <a:spLocks noGrp="1"/>
          </p:cNvSpPr>
          <p:nvPr>
            <p:ph type="title"/>
          </p:nvPr>
        </p:nvSpPr>
        <p:spPr>
          <a:xfrm>
            <a:off x="514008" y="451692"/>
            <a:ext cx="11191200" cy="1385575"/>
          </a:xfrm>
        </p:spPr>
        <p:txBody>
          <a:bodyPr/>
          <a:lstStyle/>
          <a:p>
            <a:r>
              <a:rPr lang="en-US"/>
              <a:t>Scope &amp; Goals</a:t>
            </a:r>
          </a:p>
        </p:txBody>
      </p:sp>
      <p:sp>
        <p:nvSpPr>
          <p:cNvPr id="3" name="Content Placeholder 2">
            <a:extLst>
              <a:ext uri="{FF2B5EF4-FFF2-40B4-BE49-F238E27FC236}">
                <a16:creationId xmlns:a16="http://schemas.microsoft.com/office/drawing/2014/main" id="{FA0E3874-FF52-EAD9-B7C7-0B5ACDC01E5F}"/>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dirty="0"/>
              <a:t>Simple and intui</a:t>
            </a:r>
            <a:r>
              <a:rPr lang="en-US" sz="2000"/>
              <a:t>tive interface</a:t>
            </a:r>
            <a:endParaRPr lang="en-US"/>
          </a:p>
          <a:p>
            <a:r>
              <a:rPr lang="en-US" sz="2000"/>
              <a:t>Accessibility</a:t>
            </a:r>
            <a:endParaRPr lang="en-US" sz="2000" dirty="0"/>
          </a:p>
          <a:p>
            <a:r>
              <a:rPr lang="en-US" sz="2000"/>
              <a:t>Consistent light/dark design</a:t>
            </a:r>
            <a:endParaRPr lang="en-US" sz="2000" dirty="0"/>
          </a:p>
          <a:p>
            <a:r>
              <a:rPr lang="en-US" sz="2000" dirty="0"/>
              <a:t>Basic e-commerce simu</a:t>
            </a:r>
            <a:r>
              <a:rPr lang="en-US" sz="2000"/>
              <a:t>lation</a:t>
            </a:r>
            <a:endParaRPr lang="en-US" sz="2000" dirty="0"/>
          </a:p>
          <a:p>
            <a:r>
              <a:rPr lang="en-US" sz="2000"/>
              <a:t>Responsive layout</a:t>
            </a:r>
            <a:endParaRPr lang="en-US" sz="2000" dirty="0"/>
          </a:p>
          <a:p>
            <a:endParaRPr lang="en-US" dirty="0"/>
          </a:p>
        </p:txBody>
      </p:sp>
    </p:spTree>
    <p:extLst>
      <p:ext uri="{BB962C8B-B14F-4D97-AF65-F5344CB8AC3E}">
        <p14:creationId xmlns:p14="http://schemas.microsoft.com/office/powerpoint/2010/main" val="1609855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46E20-8B82-7BEA-6A41-E7BBD1D27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4DF37-2597-2084-E6A1-37DD52615D45}"/>
              </a:ext>
            </a:extLst>
          </p:cNvPr>
          <p:cNvSpPr>
            <a:spLocks noGrp="1"/>
          </p:cNvSpPr>
          <p:nvPr>
            <p:ph type="title"/>
          </p:nvPr>
        </p:nvSpPr>
        <p:spPr>
          <a:xfrm>
            <a:off x="514008" y="451692"/>
            <a:ext cx="11191200" cy="1385575"/>
          </a:xfrm>
        </p:spPr>
        <p:txBody>
          <a:bodyPr/>
          <a:lstStyle/>
          <a:p>
            <a:r>
              <a:rPr lang="en-US"/>
              <a:t>Site Structure</a:t>
            </a:r>
          </a:p>
        </p:txBody>
      </p:sp>
      <p:sp>
        <p:nvSpPr>
          <p:cNvPr id="3" name="Content Placeholder 2">
            <a:extLst>
              <a:ext uri="{FF2B5EF4-FFF2-40B4-BE49-F238E27FC236}">
                <a16:creationId xmlns:a16="http://schemas.microsoft.com/office/drawing/2014/main" id="{F8F2AC3F-3D55-9C0F-8CD8-68DA7430F079}"/>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a:t>Home</a:t>
            </a:r>
            <a:endParaRPr lang="en-US"/>
          </a:p>
          <a:p>
            <a:r>
              <a:rPr lang="en-US" sz="2000"/>
              <a:t>Books</a:t>
            </a:r>
            <a:endParaRPr lang="en-US" sz="2000" dirty="0"/>
          </a:p>
          <a:p>
            <a:r>
              <a:rPr lang="en-US" sz="2000"/>
              <a:t>Cart</a:t>
            </a:r>
            <a:endParaRPr lang="en-US" sz="2000" dirty="0"/>
          </a:p>
          <a:p>
            <a:r>
              <a:rPr lang="en-US" sz="2000"/>
              <a:t>About</a:t>
            </a:r>
            <a:endParaRPr lang="en-US" sz="2000" dirty="0"/>
          </a:p>
          <a:p>
            <a:r>
              <a:rPr lang="en-US" sz="2000"/>
              <a:t>Contact</a:t>
            </a:r>
            <a:endParaRPr lang="en-US" sz="2000" dirty="0"/>
          </a:p>
          <a:p>
            <a:endParaRPr lang="en-US" dirty="0"/>
          </a:p>
        </p:txBody>
      </p:sp>
    </p:spTree>
    <p:extLst>
      <p:ext uri="{BB962C8B-B14F-4D97-AF65-F5344CB8AC3E}">
        <p14:creationId xmlns:p14="http://schemas.microsoft.com/office/powerpoint/2010/main" val="857313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288F-7C3C-B2D7-38BD-FCC380A37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823F6-CEB1-F260-2C2B-351A2F821E24}"/>
              </a:ext>
            </a:extLst>
          </p:cNvPr>
          <p:cNvSpPr>
            <a:spLocks noGrp="1"/>
          </p:cNvSpPr>
          <p:nvPr>
            <p:ph type="title"/>
          </p:nvPr>
        </p:nvSpPr>
        <p:spPr>
          <a:xfrm>
            <a:off x="514008" y="451692"/>
            <a:ext cx="11191200" cy="1385575"/>
          </a:xfrm>
        </p:spPr>
        <p:txBody>
          <a:bodyPr/>
          <a:lstStyle/>
          <a:p>
            <a:r>
              <a:rPr lang="en-US"/>
              <a:t>Wireframes</a:t>
            </a:r>
          </a:p>
        </p:txBody>
      </p:sp>
      <p:sp>
        <p:nvSpPr>
          <p:cNvPr id="3" name="Content Placeholder 2">
            <a:extLst>
              <a:ext uri="{FF2B5EF4-FFF2-40B4-BE49-F238E27FC236}">
                <a16:creationId xmlns:a16="http://schemas.microsoft.com/office/drawing/2014/main" id="{D252F79B-2E87-E686-57C1-62ADCC35B38E}"/>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a:t>Created in Figma</a:t>
            </a:r>
            <a:endParaRPr lang="en-US"/>
          </a:p>
          <a:p>
            <a:r>
              <a:rPr lang="en-US" sz="2000" dirty="0"/>
              <a:t>Focused on layout and </a:t>
            </a:r>
            <a:r>
              <a:rPr lang="en-US" sz="2000"/>
              <a:t>structure</a:t>
            </a:r>
            <a:endParaRPr lang="en-US" sz="2000" dirty="0"/>
          </a:p>
          <a:p>
            <a:r>
              <a:rPr lang="en-US" sz="2000"/>
              <a:t>Updated as the design evolved</a:t>
            </a:r>
            <a:endParaRPr lang="en-US" sz="2000" dirty="0"/>
          </a:p>
          <a:p>
            <a:endParaRPr lang="en-US" dirty="0"/>
          </a:p>
        </p:txBody>
      </p:sp>
    </p:spTree>
    <p:extLst>
      <p:ext uri="{BB962C8B-B14F-4D97-AF65-F5344CB8AC3E}">
        <p14:creationId xmlns:p14="http://schemas.microsoft.com/office/powerpoint/2010/main" val="3626875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426CA-BE69-3466-C6AF-A31D71A2CA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2ECEF-C881-B60C-D805-14836F53FAB6}"/>
              </a:ext>
            </a:extLst>
          </p:cNvPr>
          <p:cNvSpPr>
            <a:spLocks noGrp="1"/>
          </p:cNvSpPr>
          <p:nvPr>
            <p:ph type="title"/>
          </p:nvPr>
        </p:nvSpPr>
        <p:spPr>
          <a:xfrm>
            <a:off x="514008" y="451692"/>
            <a:ext cx="11191200" cy="1385575"/>
          </a:xfrm>
        </p:spPr>
        <p:txBody>
          <a:bodyPr/>
          <a:lstStyle/>
          <a:p>
            <a:r>
              <a:rPr lang="en-US"/>
              <a:t>Design</a:t>
            </a:r>
          </a:p>
        </p:txBody>
      </p:sp>
      <p:sp>
        <p:nvSpPr>
          <p:cNvPr id="3" name="Content Placeholder 2">
            <a:extLst>
              <a:ext uri="{FF2B5EF4-FFF2-40B4-BE49-F238E27FC236}">
                <a16:creationId xmlns:a16="http://schemas.microsoft.com/office/drawing/2014/main" id="{D75F2B73-C9CB-BB68-C0F3-FB793DDD132B}"/>
              </a:ext>
            </a:extLst>
          </p:cNvPr>
          <p:cNvSpPr>
            <a:spLocks noGrp="1"/>
          </p:cNvSpPr>
          <p:nvPr>
            <p:ph idx="1"/>
          </p:nvPr>
        </p:nvSpPr>
        <p:spPr>
          <a:xfrm>
            <a:off x="516277" y="2803490"/>
            <a:ext cx="11194858" cy="3552860"/>
          </a:xfrm>
        </p:spPr>
        <p:txBody>
          <a:bodyPr vert="horz" lIns="91440" tIns="45720" rIns="91440" bIns="45720" rtlCol="0" anchor="t">
            <a:normAutofit/>
          </a:bodyPr>
          <a:lstStyle/>
          <a:p>
            <a:r>
              <a:rPr lang="en-US" sz="2000"/>
              <a:t>Soft, minimal aesthetic</a:t>
            </a:r>
            <a:endParaRPr lang="en-US"/>
          </a:p>
          <a:p>
            <a:r>
              <a:rPr lang="en-US" sz="2000">
                <a:ea typeface="+mn-lt"/>
                <a:cs typeface="+mn-lt"/>
              </a:rPr>
              <a:t>Color palette refined for accessibility</a:t>
            </a:r>
            <a:endParaRPr lang="en-US" sz="2000" dirty="0"/>
          </a:p>
          <a:p>
            <a:r>
              <a:rPr lang="en-US" sz="2000" dirty="0"/>
              <a:t>Clean typogra</a:t>
            </a:r>
            <a:r>
              <a:rPr lang="en-US" sz="2000"/>
              <a:t>phy</a:t>
            </a:r>
            <a:endParaRPr lang="en-US" sz="2000" dirty="0"/>
          </a:p>
          <a:p>
            <a:r>
              <a:rPr lang="en-US" sz="2000"/>
              <a:t>Consistent spacing</a:t>
            </a:r>
          </a:p>
          <a:p>
            <a:r>
              <a:rPr lang="en-US" sz="2000"/>
              <a:t>SCSS variables and theming</a:t>
            </a:r>
            <a:endParaRPr lang="en-US" sz="2000" dirty="0"/>
          </a:p>
          <a:p>
            <a:endParaRPr lang="en-US" dirty="0"/>
          </a:p>
        </p:txBody>
      </p:sp>
    </p:spTree>
    <p:extLst>
      <p:ext uri="{BB962C8B-B14F-4D97-AF65-F5344CB8AC3E}">
        <p14:creationId xmlns:p14="http://schemas.microsoft.com/office/powerpoint/2010/main" val="3468957518"/>
      </p:ext>
    </p:extLst>
  </p:cSld>
  <p:clrMapOvr>
    <a:masterClrMapping/>
  </p:clrMapOvr>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2432528-3B37-4D02-824C-AED8B98277E5}">
  <ds:schemaRefs>
    <ds:schemaRef ds:uri="http://schemas.microsoft.com/sharepoint/v3/contenttype/forms"/>
  </ds:schemaRefs>
</ds:datastoreItem>
</file>

<file path=customXml/itemProps2.xml><?xml version="1.0" encoding="utf-8"?>
<ds:datastoreItem xmlns:ds="http://schemas.openxmlformats.org/officeDocument/2006/customXml" ds:itemID="{6BC688CB-CD41-412D-8E6B-F14E13D0EA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80FEC98-8858-408D-B2FD-DF30EA7BAF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Words>
  <Application>Microsoft Office PowerPoint</Application>
  <PresentationFormat>Widescreen</PresentationFormat>
  <Paragraphs>2</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Cut paper</vt:lpstr>
      <vt:lpstr>Chapter One Bookstore</vt:lpstr>
      <vt:lpstr>E-Commerce Mock Storefront</vt:lpstr>
      <vt:lpstr>Mission</vt:lpstr>
      <vt:lpstr>Problem Definition</vt:lpstr>
      <vt:lpstr>Target Audience</vt:lpstr>
      <vt:lpstr>Functionality</vt:lpstr>
      <vt:lpstr>Scope &amp; Goals</vt:lpstr>
      <vt:lpstr>Site Structure</vt:lpstr>
      <vt:lpstr>Wireframes</vt:lpstr>
      <vt:lpstr>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278</cp:revision>
  <dcterms:created xsi:type="dcterms:W3CDTF">2026-04-17T04:05:49Z</dcterms:created>
  <dcterms:modified xsi:type="dcterms:W3CDTF">2026-04-17T05:18:54Z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